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2" r:id="rId9"/>
    <p:sldId id="263" r:id="rId10"/>
    <p:sldId id="264" r:id="rId11"/>
    <p:sldId id="265" r:id="rId12"/>
    <p:sldId id="266" r:id="rId13"/>
    <p:sldId id="273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260" y="23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281028-A401-4025-BB8B-8241C27131F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5F0AEE1-0AFA-4A3D-A612-E94167197988}">
      <dgm:prSet/>
      <dgm:spPr/>
      <dgm:t>
        <a:bodyPr/>
        <a:lstStyle/>
        <a:p>
          <a:r>
            <a:rPr lang="en-US" b="1"/>
            <a:t>System Architectures Options:</a:t>
          </a:r>
          <a:endParaRPr lang="en-US"/>
        </a:p>
      </dgm:t>
    </dgm:pt>
    <dgm:pt modelId="{11BA5294-DC01-41AF-89FB-FA1BEAD6571A}" type="parTrans" cxnId="{879D3D12-EB39-449B-B017-7BD43FFF0D72}">
      <dgm:prSet/>
      <dgm:spPr/>
      <dgm:t>
        <a:bodyPr/>
        <a:lstStyle/>
        <a:p>
          <a:endParaRPr lang="en-US"/>
        </a:p>
      </dgm:t>
    </dgm:pt>
    <dgm:pt modelId="{DBFF2797-94DC-4D2F-89A1-49687A10D27E}" type="sibTrans" cxnId="{879D3D12-EB39-449B-B017-7BD43FFF0D72}">
      <dgm:prSet/>
      <dgm:spPr/>
      <dgm:t>
        <a:bodyPr/>
        <a:lstStyle/>
        <a:p>
          <a:endParaRPr lang="en-US"/>
        </a:p>
      </dgm:t>
    </dgm:pt>
    <dgm:pt modelId="{A78AED79-E9A3-4CB8-9E72-AFF2103DCC51}">
      <dgm:prSet/>
      <dgm:spPr/>
      <dgm:t>
        <a:bodyPr/>
        <a:lstStyle/>
        <a:p>
          <a:r>
            <a:rPr lang="en-US"/>
            <a:t>Layered (N-Tier) Architecture</a:t>
          </a:r>
        </a:p>
      </dgm:t>
    </dgm:pt>
    <dgm:pt modelId="{B59ECA48-89F6-4918-9C6B-5032BF238AFB}" type="parTrans" cxnId="{C488E089-5900-46F3-8AED-59327DA848D2}">
      <dgm:prSet/>
      <dgm:spPr/>
      <dgm:t>
        <a:bodyPr/>
        <a:lstStyle/>
        <a:p>
          <a:endParaRPr lang="en-US"/>
        </a:p>
      </dgm:t>
    </dgm:pt>
    <dgm:pt modelId="{2EB64B38-198E-4424-9346-C9249C3FDA0D}" type="sibTrans" cxnId="{C488E089-5900-46F3-8AED-59327DA848D2}">
      <dgm:prSet/>
      <dgm:spPr/>
      <dgm:t>
        <a:bodyPr/>
        <a:lstStyle/>
        <a:p>
          <a:endParaRPr lang="en-US"/>
        </a:p>
      </dgm:t>
    </dgm:pt>
    <dgm:pt modelId="{091919F4-972F-44ED-96B0-92750E14565E}">
      <dgm:prSet/>
      <dgm:spPr/>
      <dgm:t>
        <a:bodyPr/>
        <a:lstStyle/>
        <a:p>
          <a:r>
            <a:rPr lang="en-US"/>
            <a:t>Microservices Architecture</a:t>
          </a:r>
        </a:p>
      </dgm:t>
    </dgm:pt>
    <dgm:pt modelId="{1AAE75DD-5115-4015-88D6-E6B992614577}" type="parTrans" cxnId="{E24A5699-02C7-490F-9701-5AA9C5748804}">
      <dgm:prSet/>
      <dgm:spPr/>
      <dgm:t>
        <a:bodyPr/>
        <a:lstStyle/>
        <a:p>
          <a:endParaRPr lang="en-US"/>
        </a:p>
      </dgm:t>
    </dgm:pt>
    <dgm:pt modelId="{60040712-7337-4092-835B-4A47871E6A93}" type="sibTrans" cxnId="{E24A5699-02C7-490F-9701-5AA9C5748804}">
      <dgm:prSet/>
      <dgm:spPr/>
      <dgm:t>
        <a:bodyPr/>
        <a:lstStyle/>
        <a:p>
          <a:endParaRPr lang="en-US"/>
        </a:p>
      </dgm:t>
    </dgm:pt>
    <dgm:pt modelId="{960DED5F-E31D-411F-AA01-C421F332AD0C}">
      <dgm:prSet/>
      <dgm:spPr/>
      <dgm:t>
        <a:bodyPr/>
        <a:lstStyle/>
        <a:p>
          <a:r>
            <a:rPr lang="en-US"/>
            <a:t>Event-Driven Architecture</a:t>
          </a:r>
        </a:p>
      </dgm:t>
    </dgm:pt>
    <dgm:pt modelId="{F7C0A1B7-B681-400D-9506-F5961EAF34AC}" type="parTrans" cxnId="{0802E65A-7425-4C20-9F68-2E46A231E198}">
      <dgm:prSet/>
      <dgm:spPr/>
      <dgm:t>
        <a:bodyPr/>
        <a:lstStyle/>
        <a:p>
          <a:endParaRPr lang="en-US"/>
        </a:p>
      </dgm:t>
    </dgm:pt>
    <dgm:pt modelId="{9CA6E0BC-CB44-4101-AD3D-D3D0069D023C}" type="sibTrans" cxnId="{0802E65A-7425-4C20-9F68-2E46A231E198}">
      <dgm:prSet/>
      <dgm:spPr/>
      <dgm:t>
        <a:bodyPr/>
        <a:lstStyle/>
        <a:p>
          <a:endParaRPr lang="en-US"/>
        </a:p>
      </dgm:t>
    </dgm:pt>
    <dgm:pt modelId="{5E096245-905E-4E96-A988-EF6717CAF4AF}">
      <dgm:prSet/>
      <dgm:spPr/>
      <dgm:t>
        <a:bodyPr/>
        <a:lstStyle/>
        <a:p>
          <a:r>
            <a:rPr lang="en-US"/>
            <a:t>CQRS + Event Sourcing Architecture</a:t>
          </a:r>
        </a:p>
      </dgm:t>
    </dgm:pt>
    <dgm:pt modelId="{90475968-47E5-48F2-9BD7-C7F689CEFE75}" type="parTrans" cxnId="{8F259B5F-B237-40C6-88AD-C7F1303A10A1}">
      <dgm:prSet/>
      <dgm:spPr/>
      <dgm:t>
        <a:bodyPr/>
        <a:lstStyle/>
        <a:p>
          <a:endParaRPr lang="en-US"/>
        </a:p>
      </dgm:t>
    </dgm:pt>
    <dgm:pt modelId="{4D11E72E-1E4B-4460-95DD-E005D3D0EA58}" type="sibTrans" cxnId="{8F259B5F-B237-40C6-88AD-C7F1303A10A1}">
      <dgm:prSet/>
      <dgm:spPr/>
      <dgm:t>
        <a:bodyPr/>
        <a:lstStyle/>
        <a:p>
          <a:endParaRPr lang="en-US"/>
        </a:p>
      </dgm:t>
    </dgm:pt>
    <dgm:pt modelId="{6DD22E8E-BC3E-4165-AD8C-FEFF2D56208B}">
      <dgm:prSet/>
      <dgm:spPr/>
      <dgm:t>
        <a:bodyPr/>
        <a:lstStyle/>
        <a:p>
          <a:r>
            <a:rPr lang="en-US" b="1"/>
            <a:t>Hybrid Architecture</a:t>
          </a:r>
          <a:endParaRPr lang="en-US"/>
        </a:p>
      </dgm:t>
    </dgm:pt>
    <dgm:pt modelId="{6D17551E-4184-4C0E-8B51-15C18CEA68A9}" type="parTrans" cxnId="{49232D8F-6284-412F-ABC7-88B99350D861}">
      <dgm:prSet/>
      <dgm:spPr/>
      <dgm:t>
        <a:bodyPr/>
        <a:lstStyle/>
        <a:p>
          <a:endParaRPr lang="en-US"/>
        </a:p>
      </dgm:t>
    </dgm:pt>
    <dgm:pt modelId="{B3591B23-FE58-4ABF-9AF2-494D39568E88}" type="sibTrans" cxnId="{49232D8F-6284-412F-ABC7-88B99350D861}">
      <dgm:prSet/>
      <dgm:spPr/>
      <dgm:t>
        <a:bodyPr/>
        <a:lstStyle/>
        <a:p>
          <a:endParaRPr lang="en-US"/>
        </a:p>
      </dgm:t>
    </dgm:pt>
    <dgm:pt modelId="{1F4AB250-94E2-412F-9AEC-977EED2AED1D}">
      <dgm:prSet/>
      <dgm:spPr/>
      <dgm:t>
        <a:bodyPr/>
        <a:lstStyle/>
        <a:p>
          <a:r>
            <a:rPr lang="en-US"/>
            <a:t>Serverless Architecture</a:t>
          </a:r>
        </a:p>
      </dgm:t>
    </dgm:pt>
    <dgm:pt modelId="{634FB5EA-3BBB-4C1E-A913-A6935BFBB690}" type="parTrans" cxnId="{96C21348-21BB-400D-8840-3B5F2891648E}">
      <dgm:prSet/>
      <dgm:spPr/>
      <dgm:t>
        <a:bodyPr/>
        <a:lstStyle/>
        <a:p>
          <a:endParaRPr lang="en-US"/>
        </a:p>
      </dgm:t>
    </dgm:pt>
    <dgm:pt modelId="{FF213315-0B45-4185-A530-D51CB14B3567}" type="sibTrans" cxnId="{96C21348-21BB-400D-8840-3B5F2891648E}">
      <dgm:prSet/>
      <dgm:spPr/>
      <dgm:t>
        <a:bodyPr/>
        <a:lstStyle/>
        <a:p>
          <a:endParaRPr lang="en-US"/>
        </a:p>
      </dgm:t>
    </dgm:pt>
    <dgm:pt modelId="{9BD961ED-AFC3-4004-9F6B-5E378C44EB76}" type="pres">
      <dgm:prSet presAssocID="{85281028-A401-4025-BB8B-8241C27131F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90E984B-8C1D-46A8-9D84-8F8BDCA50BDE}" type="pres">
      <dgm:prSet presAssocID="{55F0AEE1-0AFA-4A3D-A612-E94167197988}" presName="hierRoot1" presStyleCnt="0"/>
      <dgm:spPr/>
    </dgm:pt>
    <dgm:pt modelId="{128BC5AF-8C32-4CA3-88AB-B1A8A6AD88DD}" type="pres">
      <dgm:prSet presAssocID="{55F0AEE1-0AFA-4A3D-A612-E94167197988}" presName="composite" presStyleCnt="0"/>
      <dgm:spPr/>
    </dgm:pt>
    <dgm:pt modelId="{DC95FA6D-E161-4D13-A312-3DB9081E7A21}" type="pres">
      <dgm:prSet presAssocID="{55F0AEE1-0AFA-4A3D-A612-E94167197988}" presName="background" presStyleLbl="node0" presStyleIdx="0" presStyleCnt="1"/>
      <dgm:spPr/>
    </dgm:pt>
    <dgm:pt modelId="{AA46036C-0C13-4316-AAB9-974C2F2039B3}" type="pres">
      <dgm:prSet presAssocID="{55F0AEE1-0AFA-4A3D-A612-E94167197988}" presName="text" presStyleLbl="fgAcc0" presStyleIdx="0" presStyleCnt="1">
        <dgm:presLayoutVars>
          <dgm:chPref val="3"/>
        </dgm:presLayoutVars>
      </dgm:prSet>
      <dgm:spPr/>
    </dgm:pt>
    <dgm:pt modelId="{ACFB0AD3-2A13-4965-B35D-08825C096F39}" type="pres">
      <dgm:prSet presAssocID="{55F0AEE1-0AFA-4A3D-A612-E94167197988}" presName="hierChild2" presStyleCnt="0"/>
      <dgm:spPr/>
    </dgm:pt>
    <dgm:pt modelId="{C26744B6-FA91-42A8-977D-BC100A3EF8BA}" type="pres">
      <dgm:prSet presAssocID="{B59ECA48-89F6-4918-9C6B-5032BF238AFB}" presName="Name10" presStyleLbl="parChTrans1D2" presStyleIdx="0" presStyleCnt="6"/>
      <dgm:spPr/>
    </dgm:pt>
    <dgm:pt modelId="{74911616-04D2-4047-AAE4-6D50F8062F3C}" type="pres">
      <dgm:prSet presAssocID="{A78AED79-E9A3-4CB8-9E72-AFF2103DCC51}" presName="hierRoot2" presStyleCnt="0"/>
      <dgm:spPr/>
    </dgm:pt>
    <dgm:pt modelId="{C291B741-333E-401E-BA36-B007042B4B77}" type="pres">
      <dgm:prSet presAssocID="{A78AED79-E9A3-4CB8-9E72-AFF2103DCC51}" presName="composite2" presStyleCnt="0"/>
      <dgm:spPr/>
    </dgm:pt>
    <dgm:pt modelId="{EA36AD01-710B-4C96-AD61-979BCD457CA5}" type="pres">
      <dgm:prSet presAssocID="{A78AED79-E9A3-4CB8-9E72-AFF2103DCC51}" presName="background2" presStyleLbl="node2" presStyleIdx="0" presStyleCnt="6"/>
      <dgm:spPr/>
    </dgm:pt>
    <dgm:pt modelId="{E8086A55-069D-490A-9B45-6DAE34D842AF}" type="pres">
      <dgm:prSet presAssocID="{A78AED79-E9A3-4CB8-9E72-AFF2103DCC51}" presName="text2" presStyleLbl="fgAcc2" presStyleIdx="0" presStyleCnt="6">
        <dgm:presLayoutVars>
          <dgm:chPref val="3"/>
        </dgm:presLayoutVars>
      </dgm:prSet>
      <dgm:spPr/>
    </dgm:pt>
    <dgm:pt modelId="{63A5BEBA-C9FF-4912-9B90-DE84C6C1BF9E}" type="pres">
      <dgm:prSet presAssocID="{A78AED79-E9A3-4CB8-9E72-AFF2103DCC51}" presName="hierChild3" presStyleCnt="0"/>
      <dgm:spPr/>
    </dgm:pt>
    <dgm:pt modelId="{6EBEEB5E-A68F-4A13-B251-D6AEF2AE2F54}" type="pres">
      <dgm:prSet presAssocID="{1AAE75DD-5115-4015-88D6-E6B992614577}" presName="Name10" presStyleLbl="parChTrans1D2" presStyleIdx="1" presStyleCnt="6"/>
      <dgm:spPr/>
    </dgm:pt>
    <dgm:pt modelId="{2F97CF61-B1B8-4A54-A29A-AA2B4430349E}" type="pres">
      <dgm:prSet presAssocID="{091919F4-972F-44ED-96B0-92750E14565E}" presName="hierRoot2" presStyleCnt="0"/>
      <dgm:spPr/>
    </dgm:pt>
    <dgm:pt modelId="{97F2276B-58AA-40E1-8960-232355B38737}" type="pres">
      <dgm:prSet presAssocID="{091919F4-972F-44ED-96B0-92750E14565E}" presName="composite2" presStyleCnt="0"/>
      <dgm:spPr/>
    </dgm:pt>
    <dgm:pt modelId="{BAEFD4E2-2D67-4D4C-A519-9E80988360BB}" type="pres">
      <dgm:prSet presAssocID="{091919F4-972F-44ED-96B0-92750E14565E}" presName="background2" presStyleLbl="node2" presStyleIdx="1" presStyleCnt="6"/>
      <dgm:spPr/>
    </dgm:pt>
    <dgm:pt modelId="{ED07573A-5ADD-4148-9EBC-5ECE2B968C2C}" type="pres">
      <dgm:prSet presAssocID="{091919F4-972F-44ED-96B0-92750E14565E}" presName="text2" presStyleLbl="fgAcc2" presStyleIdx="1" presStyleCnt="6">
        <dgm:presLayoutVars>
          <dgm:chPref val="3"/>
        </dgm:presLayoutVars>
      </dgm:prSet>
      <dgm:spPr/>
    </dgm:pt>
    <dgm:pt modelId="{C60178D7-B38F-4D4E-BA39-AB4F41427F09}" type="pres">
      <dgm:prSet presAssocID="{091919F4-972F-44ED-96B0-92750E14565E}" presName="hierChild3" presStyleCnt="0"/>
      <dgm:spPr/>
    </dgm:pt>
    <dgm:pt modelId="{40B80857-0229-4025-9844-1F582A58C74E}" type="pres">
      <dgm:prSet presAssocID="{F7C0A1B7-B681-400D-9506-F5961EAF34AC}" presName="Name10" presStyleLbl="parChTrans1D2" presStyleIdx="2" presStyleCnt="6"/>
      <dgm:spPr/>
    </dgm:pt>
    <dgm:pt modelId="{7F76EA40-7EB8-4101-ADBC-F70827E4357A}" type="pres">
      <dgm:prSet presAssocID="{960DED5F-E31D-411F-AA01-C421F332AD0C}" presName="hierRoot2" presStyleCnt="0"/>
      <dgm:spPr/>
    </dgm:pt>
    <dgm:pt modelId="{169DBF9A-44E6-4B60-80AD-04FB934B6D33}" type="pres">
      <dgm:prSet presAssocID="{960DED5F-E31D-411F-AA01-C421F332AD0C}" presName="composite2" presStyleCnt="0"/>
      <dgm:spPr/>
    </dgm:pt>
    <dgm:pt modelId="{67482A91-7D0A-4B37-8C9A-892E50F9F88A}" type="pres">
      <dgm:prSet presAssocID="{960DED5F-E31D-411F-AA01-C421F332AD0C}" presName="background2" presStyleLbl="node2" presStyleIdx="2" presStyleCnt="6"/>
      <dgm:spPr/>
    </dgm:pt>
    <dgm:pt modelId="{4CBE8C25-1602-45E7-9ACE-7F35E969475F}" type="pres">
      <dgm:prSet presAssocID="{960DED5F-E31D-411F-AA01-C421F332AD0C}" presName="text2" presStyleLbl="fgAcc2" presStyleIdx="2" presStyleCnt="6">
        <dgm:presLayoutVars>
          <dgm:chPref val="3"/>
        </dgm:presLayoutVars>
      </dgm:prSet>
      <dgm:spPr/>
    </dgm:pt>
    <dgm:pt modelId="{EA7E6946-FF5E-4C26-9957-10445394130A}" type="pres">
      <dgm:prSet presAssocID="{960DED5F-E31D-411F-AA01-C421F332AD0C}" presName="hierChild3" presStyleCnt="0"/>
      <dgm:spPr/>
    </dgm:pt>
    <dgm:pt modelId="{B9C3FB9C-5056-40A9-A660-1984661C1275}" type="pres">
      <dgm:prSet presAssocID="{90475968-47E5-48F2-9BD7-C7F689CEFE75}" presName="Name10" presStyleLbl="parChTrans1D2" presStyleIdx="3" presStyleCnt="6"/>
      <dgm:spPr/>
    </dgm:pt>
    <dgm:pt modelId="{A09C5A56-71BF-4974-A99D-591813CA687E}" type="pres">
      <dgm:prSet presAssocID="{5E096245-905E-4E96-A988-EF6717CAF4AF}" presName="hierRoot2" presStyleCnt="0"/>
      <dgm:spPr/>
    </dgm:pt>
    <dgm:pt modelId="{3E39049C-5FF0-42CC-AC89-3E912CD2C92A}" type="pres">
      <dgm:prSet presAssocID="{5E096245-905E-4E96-A988-EF6717CAF4AF}" presName="composite2" presStyleCnt="0"/>
      <dgm:spPr/>
    </dgm:pt>
    <dgm:pt modelId="{5DD9A07E-E45C-4356-8388-5FC91367D28C}" type="pres">
      <dgm:prSet presAssocID="{5E096245-905E-4E96-A988-EF6717CAF4AF}" presName="background2" presStyleLbl="node2" presStyleIdx="3" presStyleCnt="6"/>
      <dgm:spPr/>
    </dgm:pt>
    <dgm:pt modelId="{8243F56B-4056-4BE4-8FE3-CBD8EBC5869F}" type="pres">
      <dgm:prSet presAssocID="{5E096245-905E-4E96-A988-EF6717CAF4AF}" presName="text2" presStyleLbl="fgAcc2" presStyleIdx="3" presStyleCnt="6">
        <dgm:presLayoutVars>
          <dgm:chPref val="3"/>
        </dgm:presLayoutVars>
      </dgm:prSet>
      <dgm:spPr/>
    </dgm:pt>
    <dgm:pt modelId="{9F7F2128-DF54-4D3F-B38A-882A3A878531}" type="pres">
      <dgm:prSet presAssocID="{5E096245-905E-4E96-A988-EF6717CAF4AF}" presName="hierChild3" presStyleCnt="0"/>
      <dgm:spPr/>
    </dgm:pt>
    <dgm:pt modelId="{398BA4CE-6AC5-47EE-8523-44C01EBCBDDC}" type="pres">
      <dgm:prSet presAssocID="{6D17551E-4184-4C0E-8B51-15C18CEA68A9}" presName="Name10" presStyleLbl="parChTrans1D2" presStyleIdx="4" presStyleCnt="6"/>
      <dgm:spPr/>
    </dgm:pt>
    <dgm:pt modelId="{A510DC89-6859-4F29-BD68-EF6ED1376734}" type="pres">
      <dgm:prSet presAssocID="{6DD22E8E-BC3E-4165-AD8C-FEFF2D56208B}" presName="hierRoot2" presStyleCnt="0"/>
      <dgm:spPr/>
    </dgm:pt>
    <dgm:pt modelId="{AB6569D4-9C84-4BDF-BE67-3BF7F60B246F}" type="pres">
      <dgm:prSet presAssocID="{6DD22E8E-BC3E-4165-AD8C-FEFF2D56208B}" presName="composite2" presStyleCnt="0"/>
      <dgm:spPr/>
    </dgm:pt>
    <dgm:pt modelId="{A702CADB-412E-4BBC-AA6B-FC701074234B}" type="pres">
      <dgm:prSet presAssocID="{6DD22E8E-BC3E-4165-AD8C-FEFF2D56208B}" presName="background2" presStyleLbl="node2" presStyleIdx="4" presStyleCnt="6"/>
      <dgm:spPr/>
    </dgm:pt>
    <dgm:pt modelId="{B1E44A6D-0B31-4EB1-AB76-2661DA3217AD}" type="pres">
      <dgm:prSet presAssocID="{6DD22E8E-BC3E-4165-AD8C-FEFF2D56208B}" presName="text2" presStyleLbl="fgAcc2" presStyleIdx="4" presStyleCnt="6">
        <dgm:presLayoutVars>
          <dgm:chPref val="3"/>
        </dgm:presLayoutVars>
      </dgm:prSet>
      <dgm:spPr/>
    </dgm:pt>
    <dgm:pt modelId="{BED4C851-69E9-49AC-A0D8-694B589706E7}" type="pres">
      <dgm:prSet presAssocID="{6DD22E8E-BC3E-4165-AD8C-FEFF2D56208B}" presName="hierChild3" presStyleCnt="0"/>
      <dgm:spPr/>
    </dgm:pt>
    <dgm:pt modelId="{F71C9142-BDCC-40EA-A5B6-5D1E89C61222}" type="pres">
      <dgm:prSet presAssocID="{634FB5EA-3BBB-4C1E-A913-A6935BFBB690}" presName="Name10" presStyleLbl="parChTrans1D2" presStyleIdx="5" presStyleCnt="6"/>
      <dgm:spPr/>
    </dgm:pt>
    <dgm:pt modelId="{C3A8C294-9535-4D05-B4C3-A20B87B8DD5C}" type="pres">
      <dgm:prSet presAssocID="{1F4AB250-94E2-412F-9AEC-977EED2AED1D}" presName="hierRoot2" presStyleCnt="0"/>
      <dgm:spPr/>
    </dgm:pt>
    <dgm:pt modelId="{BCFC09AA-DD9B-4A72-B919-077B2799E639}" type="pres">
      <dgm:prSet presAssocID="{1F4AB250-94E2-412F-9AEC-977EED2AED1D}" presName="composite2" presStyleCnt="0"/>
      <dgm:spPr/>
    </dgm:pt>
    <dgm:pt modelId="{FD2B6836-26F4-4CD2-BAA1-7B8243477AA0}" type="pres">
      <dgm:prSet presAssocID="{1F4AB250-94E2-412F-9AEC-977EED2AED1D}" presName="background2" presStyleLbl="node2" presStyleIdx="5" presStyleCnt="6"/>
      <dgm:spPr/>
    </dgm:pt>
    <dgm:pt modelId="{C6C80D25-355D-4483-80FF-832211A255D3}" type="pres">
      <dgm:prSet presAssocID="{1F4AB250-94E2-412F-9AEC-977EED2AED1D}" presName="text2" presStyleLbl="fgAcc2" presStyleIdx="5" presStyleCnt="6">
        <dgm:presLayoutVars>
          <dgm:chPref val="3"/>
        </dgm:presLayoutVars>
      </dgm:prSet>
      <dgm:spPr/>
    </dgm:pt>
    <dgm:pt modelId="{B92F0D37-6089-4F60-BC0E-A5BA04CDF399}" type="pres">
      <dgm:prSet presAssocID="{1F4AB250-94E2-412F-9AEC-977EED2AED1D}" presName="hierChild3" presStyleCnt="0"/>
      <dgm:spPr/>
    </dgm:pt>
  </dgm:ptLst>
  <dgm:cxnLst>
    <dgm:cxn modelId="{879D3D12-EB39-449B-B017-7BD43FFF0D72}" srcId="{85281028-A401-4025-BB8B-8241C27131FA}" destId="{55F0AEE1-0AFA-4A3D-A612-E94167197988}" srcOrd="0" destOrd="0" parTransId="{11BA5294-DC01-41AF-89FB-FA1BEAD6571A}" sibTransId="{DBFF2797-94DC-4D2F-89A1-49687A10D27E}"/>
    <dgm:cxn modelId="{D860771B-6929-4E3B-A6B5-0D7E0FE60F2B}" type="presOf" srcId="{634FB5EA-3BBB-4C1E-A913-A6935BFBB690}" destId="{F71C9142-BDCC-40EA-A5B6-5D1E89C61222}" srcOrd="0" destOrd="0" presId="urn:microsoft.com/office/officeart/2005/8/layout/hierarchy1"/>
    <dgm:cxn modelId="{8F259B5F-B237-40C6-88AD-C7F1303A10A1}" srcId="{55F0AEE1-0AFA-4A3D-A612-E94167197988}" destId="{5E096245-905E-4E96-A988-EF6717CAF4AF}" srcOrd="3" destOrd="0" parTransId="{90475968-47E5-48F2-9BD7-C7F689CEFE75}" sibTransId="{4D11E72E-1E4B-4460-95DD-E005D3D0EA58}"/>
    <dgm:cxn modelId="{89611845-7C73-48C3-B501-BD476E14E6AF}" type="presOf" srcId="{F7C0A1B7-B681-400D-9506-F5961EAF34AC}" destId="{40B80857-0229-4025-9844-1F582A58C74E}" srcOrd="0" destOrd="0" presId="urn:microsoft.com/office/officeart/2005/8/layout/hierarchy1"/>
    <dgm:cxn modelId="{96C21348-21BB-400D-8840-3B5F2891648E}" srcId="{55F0AEE1-0AFA-4A3D-A612-E94167197988}" destId="{1F4AB250-94E2-412F-9AEC-977EED2AED1D}" srcOrd="5" destOrd="0" parTransId="{634FB5EA-3BBB-4C1E-A913-A6935BFBB690}" sibTransId="{FF213315-0B45-4185-A530-D51CB14B3567}"/>
    <dgm:cxn modelId="{03DD1973-9C57-4845-9780-6068957BE6F1}" type="presOf" srcId="{1F4AB250-94E2-412F-9AEC-977EED2AED1D}" destId="{C6C80D25-355D-4483-80FF-832211A255D3}" srcOrd="0" destOrd="0" presId="urn:microsoft.com/office/officeart/2005/8/layout/hierarchy1"/>
    <dgm:cxn modelId="{09731C75-89BD-4652-A5F1-833769B0E258}" type="presOf" srcId="{55F0AEE1-0AFA-4A3D-A612-E94167197988}" destId="{AA46036C-0C13-4316-AAB9-974C2F2039B3}" srcOrd="0" destOrd="0" presId="urn:microsoft.com/office/officeart/2005/8/layout/hierarchy1"/>
    <dgm:cxn modelId="{F5376D75-1FBA-4276-9EF6-4912B2E2F3C7}" type="presOf" srcId="{90475968-47E5-48F2-9BD7-C7F689CEFE75}" destId="{B9C3FB9C-5056-40A9-A660-1984661C1275}" srcOrd="0" destOrd="0" presId="urn:microsoft.com/office/officeart/2005/8/layout/hierarchy1"/>
    <dgm:cxn modelId="{0802E65A-7425-4C20-9F68-2E46A231E198}" srcId="{55F0AEE1-0AFA-4A3D-A612-E94167197988}" destId="{960DED5F-E31D-411F-AA01-C421F332AD0C}" srcOrd="2" destOrd="0" parTransId="{F7C0A1B7-B681-400D-9506-F5961EAF34AC}" sibTransId="{9CA6E0BC-CB44-4101-AD3D-D3D0069D023C}"/>
    <dgm:cxn modelId="{BCF8B37D-7044-4DE9-BCEE-460C8F9E87D8}" type="presOf" srcId="{1AAE75DD-5115-4015-88D6-E6B992614577}" destId="{6EBEEB5E-A68F-4A13-B251-D6AEF2AE2F54}" srcOrd="0" destOrd="0" presId="urn:microsoft.com/office/officeart/2005/8/layout/hierarchy1"/>
    <dgm:cxn modelId="{56DF0C86-6633-4C16-B89E-8AEA449F6CB8}" type="presOf" srcId="{A78AED79-E9A3-4CB8-9E72-AFF2103DCC51}" destId="{E8086A55-069D-490A-9B45-6DAE34D842AF}" srcOrd="0" destOrd="0" presId="urn:microsoft.com/office/officeart/2005/8/layout/hierarchy1"/>
    <dgm:cxn modelId="{C488E089-5900-46F3-8AED-59327DA848D2}" srcId="{55F0AEE1-0AFA-4A3D-A612-E94167197988}" destId="{A78AED79-E9A3-4CB8-9E72-AFF2103DCC51}" srcOrd="0" destOrd="0" parTransId="{B59ECA48-89F6-4918-9C6B-5032BF238AFB}" sibTransId="{2EB64B38-198E-4424-9346-C9249C3FDA0D}"/>
    <dgm:cxn modelId="{642C278F-E9E8-499F-8B8B-C999F85616B8}" type="presOf" srcId="{960DED5F-E31D-411F-AA01-C421F332AD0C}" destId="{4CBE8C25-1602-45E7-9ACE-7F35E969475F}" srcOrd="0" destOrd="0" presId="urn:microsoft.com/office/officeart/2005/8/layout/hierarchy1"/>
    <dgm:cxn modelId="{49232D8F-6284-412F-ABC7-88B99350D861}" srcId="{55F0AEE1-0AFA-4A3D-A612-E94167197988}" destId="{6DD22E8E-BC3E-4165-AD8C-FEFF2D56208B}" srcOrd="4" destOrd="0" parTransId="{6D17551E-4184-4C0E-8B51-15C18CEA68A9}" sibTransId="{B3591B23-FE58-4ABF-9AF2-494D39568E88}"/>
    <dgm:cxn modelId="{E385C196-9921-4FDE-8E90-C32F30A3E431}" type="presOf" srcId="{091919F4-972F-44ED-96B0-92750E14565E}" destId="{ED07573A-5ADD-4148-9EBC-5ECE2B968C2C}" srcOrd="0" destOrd="0" presId="urn:microsoft.com/office/officeart/2005/8/layout/hierarchy1"/>
    <dgm:cxn modelId="{E24A5699-02C7-490F-9701-5AA9C5748804}" srcId="{55F0AEE1-0AFA-4A3D-A612-E94167197988}" destId="{091919F4-972F-44ED-96B0-92750E14565E}" srcOrd="1" destOrd="0" parTransId="{1AAE75DD-5115-4015-88D6-E6B992614577}" sibTransId="{60040712-7337-4092-835B-4A47871E6A93}"/>
    <dgm:cxn modelId="{5373269A-1D22-48AB-AAE3-117F71772E22}" type="presOf" srcId="{6D17551E-4184-4C0E-8B51-15C18CEA68A9}" destId="{398BA4CE-6AC5-47EE-8523-44C01EBCBDDC}" srcOrd="0" destOrd="0" presId="urn:microsoft.com/office/officeart/2005/8/layout/hierarchy1"/>
    <dgm:cxn modelId="{177E14B7-65EA-4492-864D-6AC3AC4ADE5F}" type="presOf" srcId="{5E096245-905E-4E96-A988-EF6717CAF4AF}" destId="{8243F56B-4056-4BE4-8FE3-CBD8EBC5869F}" srcOrd="0" destOrd="0" presId="urn:microsoft.com/office/officeart/2005/8/layout/hierarchy1"/>
    <dgm:cxn modelId="{67DCE7B7-8921-4A9B-9AB9-51767CF98735}" type="presOf" srcId="{85281028-A401-4025-BB8B-8241C27131FA}" destId="{9BD961ED-AFC3-4004-9F6B-5E378C44EB76}" srcOrd="0" destOrd="0" presId="urn:microsoft.com/office/officeart/2005/8/layout/hierarchy1"/>
    <dgm:cxn modelId="{FDF0F6C0-1D77-4596-80F2-ED29ED31155B}" type="presOf" srcId="{B59ECA48-89F6-4918-9C6B-5032BF238AFB}" destId="{C26744B6-FA91-42A8-977D-BC100A3EF8BA}" srcOrd="0" destOrd="0" presId="urn:microsoft.com/office/officeart/2005/8/layout/hierarchy1"/>
    <dgm:cxn modelId="{54B956FB-F838-4178-94AE-154A3DE9EE13}" type="presOf" srcId="{6DD22E8E-BC3E-4165-AD8C-FEFF2D56208B}" destId="{B1E44A6D-0B31-4EB1-AB76-2661DA3217AD}" srcOrd="0" destOrd="0" presId="urn:microsoft.com/office/officeart/2005/8/layout/hierarchy1"/>
    <dgm:cxn modelId="{C47A39E1-415A-4C73-A42A-DFDA9B1AFAC5}" type="presParOf" srcId="{9BD961ED-AFC3-4004-9F6B-5E378C44EB76}" destId="{590E984B-8C1D-46A8-9D84-8F8BDCA50BDE}" srcOrd="0" destOrd="0" presId="urn:microsoft.com/office/officeart/2005/8/layout/hierarchy1"/>
    <dgm:cxn modelId="{9DE8A8D4-6EC4-4012-B887-2B655CD026EF}" type="presParOf" srcId="{590E984B-8C1D-46A8-9D84-8F8BDCA50BDE}" destId="{128BC5AF-8C32-4CA3-88AB-B1A8A6AD88DD}" srcOrd="0" destOrd="0" presId="urn:microsoft.com/office/officeart/2005/8/layout/hierarchy1"/>
    <dgm:cxn modelId="{397CA3DC-CF94-4440-9F7D-1869A9649B7F}" type="presParOf" srcId="{128BC5AF-8C32-4CA3-88AB-B1A8A6AD88DD}" destId="{DC95FA6D-E161-4D13-A312-3DB9081E7A21}" srcOrd="0" destOrd="0" presId="urn:microsoft.com/office/officeart/2005/8/layout/hierarchy1"/>
    <dgm:cxn modelId="{AD0F3046-4B29-47D1-80D8-7EB00078FBB5}" type="presParOf" srcId="{128BC5AF-8C32-4CA3-88AB-B1A8A6AD88DD}" destId="{AA46036C-0C13-4316-AAB9-974C2F2039B3}" srcOrd="1" destOrd="0" presId="urn:microsoft.com/office/officeart/2005/8/layout/hierarchy1"/>
    <dgm:cxn modelId="{7405B057-FB8F-47DD-AF5D-2737E19C5847}" type="presParOf" srcId="{590E984B-8C1D-46A8-9D84-8F8BDCA50BDE}" destId="{ACFB0AD3-2A13-4965-B35D-08825C096F39}" srcOrd="1" destOrd="0" presId="urn:microsoft.com/office/officeart/2005/8/layout/hierarchy1"/>
    <dgm:cxn modelId="{7FCAC9BA-73D9-40F9-A1B0-5DB62F4741AD}" type="presParOf" srcId="{ACFB0AD3-2A13-4965-B35D-08825C096F39}" destId="{C26744B6-FA91-42A8-977D-BC100A3EF8BA}" srcOrd="0" destOrd="0" presId="urn:microsoft.com/office/officeart/2005/8/layout/hierarchy1"/>
    <dgm:cxn modelId="{35D1BA1D-C80B-4403-90A2-E581EB8D76C2}" type="presParOf" srcId="{ACFB0AD3-2A13-4965-B35D-08825C096F39}" destId="{74911616-04D2-4047-AAE4-6D50F8062F3C}" srcOrd="1" destOrd="0" presId="urn:microsoft.com/office/officeart/2005/8/layout/hierarchy1"/>
    <dgm:cxn modelId="{0EEA2ABA-39C7-4E23-9E30-C7FEE00E01D9}" type="presParOf" srcId="{74911616-04D2-4047-AAE4-6D50F8062F3C}" destId="{C291B741-333E-401E-BA36-B007042B4B77}" srcOrd="0" destOrd="0" presId="urn:microsoft.com/office/officeart/2005/8/layout/hierarchy1"/>
    <dgm:cxn modelId="{8B3BA059-6AD9-4B08-99CC-AFFABA53B2FF}" type="presParOf" srcId="{C291B741-333E-401E-BA36-B007042B4B77}" destId="{EA36AD01-710B-4C96-AD61-979BCD457CA5}" srcOrd="0" destOrd="0" presId="urn:microsoft.com/office/officeart/2005/8/layout/hierarchy1"/>
    <dgm:cxn modelId="{CA5FE8E4-4AC9-43A3-B543-DF2ECE82B280}" type="presParOf" srcId="{C291B741-333E-401E-BA36-B007042B4B77}" destId="{E8086A55-069D-490A-9B45-6DAE34D842AF}" srcOrd="1" destOrd="0" presId="urn:microsoft.com/office/officeart/2005/8/layout/hierarchy1"/>
    <dgm:cxn modelId="{2CD19CD2-B456-4AC7-B97C-931B3CAA2401}" type="presParOf" srcId="{74911616-04D2-4047-AAE4-6D50F8062F3C}" destId="{63A5BEBA-C9FF-4912-9B90-DE84C6C1BF9E}" srcOrd="1" destOrd="0" presId="urn:microsoft.com/office/officeart/2005/8/layout/hierarchy1"/>
    <dgm:cxn modelId="{DA4EA6A4-F351-47ED-8E37-B59387EF2E4F}" type="presParOf" srcId="{ACFB0AD3-2A13-4965-B35D-08825C096F39}" destId="{6EBEEB5E-A68F-4A13-B251-D6AEF2AE2F54}" srcOrd="2" destOrd="0" presId="urn:microsoft.com/office/officeart/2005/8/layout/hierarchy1"/>
    <dgm:cxn modelId="{DFC24D2E-E053-41C3-8482-97CFAAAE0C9E}" type="presParOf" srcId="{ACFB0AD3-2A13-4965-B35D-08825C096F39}" destId="{2F97CF61-B1B8-4A54-A29A-AA2B4430349E}" srcOrd="3" destOrd="0" presId="urn:microsoft.com/office/officeart/2005/8/layout/hierarchy1"/>
    <dgm:cxn modelId="{2CB28A69-C4AD-4611-8302-D291F148F31B}" type="presParOf" srcId="{2F97CF61-B1B8-4A54-A29A-AA2B4430349E}" destId="{97F2276B-58AA-40E1-8960-232355B38737}" srcOrd="0" destOrd="0" presId="urn:microsoft.com/office/officeart/2005/8/layout/hierarchy1"/>
    <dgm:cxn modelId="{62EDCE12-83ED-4BA0-8331-5A8F61E75894}" type="presParOf" srcId="{97F2276B-58AA-40E1-8960-232355B38737}" destId="{BAEFD4E2-2D67-4D4C-A519-9E80988360BB}" srcOrd="0" destOrd="0" presId="urn:microsoft.com/office/officeart/2005/8/layout/hierarchy1"/>
    <dgm:cxn modelId="{DDBD754E-93ED-4609-B32C-D9C3FABF6C46}" type="presParOf" srcId="{97F2276B-58AA-40E1-8960-232355B38737}" destId="{ED07573A-5ADD-4148-9EBC-5ECE2B968C2C}" srcOrd="1" destOrd="0" presId="urn:microsoft.com/office/officeart/2005/8/layout/hierarchy1"/>
    <dgm:cxn modelId="{7FB16494-555F-4D0E-84EC-2DA977F6CEC3}" type="presParOf" srcId="{2F97CF61-B1B8-4A54-A29A-AA2B4430349E}" destId="{C60178D7-B38F-4D4E-BA39-AB4F41427F09}" srcOrd="1" destOrd="0" presId="urn:microsoft.com/office/officeart/2005/8/layout/hierarchy1"/>
    <dgm:cxn modelId="{7AF33FA9-E7DC-4931-84C9-AA85FB5F0D1F}" type="presParOf" srcId="{ACFB0AD3-2A13-4965-B35D-08825C096F39}" destId="{40B80857-0229-4025-9844-1F582A58C74E}" srcOrd="4" destOrd="0" presId="urn:microsoft.com/office/officeart/2005/8/layout/hierarchy1"/>
    <dgm:cxn modelId="{940641FF-1EEE-4FEB-A4D3-9AC04F7D8FCF}" type="presParOf" srcId="{ACFB0AD3-2A13-4965-B35D-08825C096F39}" destId="{7F76EA40-7EB8-4101-ADBC-F70827E4357A}" srcOrd="5" destOrd="0" presId="urn:microsoft.com/office/officeart/2005/8/layout/hierarchy1"/>
    <dgm:cxn modelId="{7B91358C-7313-4C74-872F-511960FDFBF0}" type="presParOf" srcId="{7F76EA40-7EB8-4101-ADBC-F70827E4357A}" destId="{169DBF9A-44E6-4B60-80AD-04FB934B6D33}" srcOrd="0" destOrd="0" presId="urn:microsoft.com/office/officeart/2005/8/layout/hierarchy1"/>
    <dgm:cxn modelId="{3D5F416E-67CE-4DD0-803F-D0784939358A}" type="presParOf" srcId="{169DBF9A-44E6-4B60-80AD-04FB934B6D33}" destId="{67482A91-7D0A-4B37-8C9A-892E50F9F88A}" srcOrd="0" destOrd="0" presId="urn:microsoft.com/office/officeart/2005/8/layout/hierarchy1"/>
    <dgm:cxn modelId="{E9E97135-3909-4963-86FF-663CE50DD575}" type="presParOf" srcId="{169DBF9A-44E6-4B60-80AD-04FB934B6D33}" destId="{4CBE8C25-1602-45E7-9ACE-7F35E969475F}" srcOrd="1" destOrd="0" presId="urn:microsoft.com/office/officeart/2005/8/layout/hierarchy1"/>
    <dgm:cxn modelId="{5F5FAF67-A101-40AB-B8BC-BDE96DEA822A}" type="presParOf" srcId="{7F76EA40-7EB8-4101-ADBC-F70827E4357A}" destId="{EA7E6946-FF5E-4C26-9957-10445394130A}" srcOrd="1" destOrd="0" presId="urn:microsoft.com/office/officeart/2005/8/layout/hierarchy1"/>
    <dgm:cxn modelId="{1FCC15DA-58D8-43B9-93BD-3FFE6DF42203}" type="presParOf" srcId="{ACFB0AD3-2A13-4965-B35D-08825C096F39}" destId="{B9C3FB9C-5056-40A9-A660-1984661C1275}" srcOrd="6" destOrd="0" presId="urn:microsoft.com/office/officeart/2005/8/layout/hierarchy1"/>
    <dgm:cxn modelId="{A7EBB271-D81F-49D1-ACF6-747BE9D5F366}" type="presParOf" srcId="{ACFB0AD3-2A13-4965-B35D-08825C096F39}" destId="{A09C5A56-71BF-4974-A99D-591813CA687E}" srcOrd="7" destOrd="0" presId="urn:microsoft.com/office/officeart/2005/8/layout/hierarchy1"/>
    <dgm:cxn modelId="{0703FA0C-085B-48E2-8D1C-707183E25B21}" type="presParOf" srcId="{A09C5A56-71BF-4974-A99D-591813CA687E}" destId="{3E39049C-5FF0-42CC-AC89-3E912CD2C92A}" srcOrd="0" destOrd="0" presId="urn:microsoft.com/office/officeart/2005/8/layout/hierarchy1"/>
    <dgm:cxn modelId="{53A2B762-3480-440F-BBEC-1A59D9B2F1C1}" type="presParOf" srcId="{3E39049C-5FF0-42CC-AC89-3E912CD2C92A}" destId="{5DD9A07E-E45C-4356-8388-5FC91367D28C}" srcOrd="0" destOrd="0" presId="urn:microsoft.com/office/officeart/2005/8/layout/hierarchy1"/>
    <dgm:cxn modelId="{E69BF664-E9B4-4731-ACE1-A137192FF32A}" type="presParOf" srcId="{3E39049C-5FF0-42CC-AC89-3E912CD2C92A}" destId="{8243F56B-4056-4BE4-8FE3-CBD8EBC5869F}" srcOrd="1" destOrd="0" presId="urn:microsoft.com/office/officeart/2005/8/layout/hierarchy1"/>
    <dgm:cxn modelId="{23F32AB7-9767-414B-8593-CE4157494219}" type="presParOf" srcId="{A09C5A56-71BF-4974-A99D-591813CA687E}" destId="{9F7F2128-DF54-4D3F-B38A-882A3A878531}" srcOrd="1" destOrd="0" presId="urn:microsoft.com/office/officeart/2005/8/layout/hierarchy1"/>
    <dgm:cxn modelId="{A7F9798A-B89B-4D7A-A904-0FEAEC3EFC28}" type="presParOf" srcId="{ACFB0AD3-2A13-4965-B35D-08825C096F39}" destId="{398BA4CE-6AC5-47EE-8523-44C01EBCBDDC}" srcOrd="8" destOrd="0" presId="urn:microsoft.com/office/officeart/2005/8/layout/hierarchy1"/>
    <dgm:cxn modelId="{A7FD69A5-64F7-4378-9387-D4C62399EC87}" type="presParOf" srcId="{ACFB0AD3-2A13-4965-B35D-08825C096F39}" destId="{A510DC89-6859-4F29-BD68-EF6ED1376734}" srcOrd="9" destOrd="0" presId="urn:microsoft.com/office/officeart/2005/8/layout/hierarchy1"/>
    <dgm:cxn modelId="{C11CE107-15BB-4580-84D5-079028E74C61}" type="presParOf" srcId="{A510DC89-6859-4F29-BD68-EF6ED1376734}" destId="{AB6569D4-9C84-4BDF-BE67-3BF7F60B246F}" srcOrd="0" destOrd="0" presId="urn:microsoft.com/office/officeart/2005/8/layout/hierarchy1"/>
    <dgm:cxn modelId="{38CECB6C-911F-425E-9060-D2A3FCE42AD1}" type="presParOf" srcId="{AB6569D4-9C84-4BDF-BE67-3BF7F60B246F}" destId="{A702CADB-412E-4BBC-AA6B-FC701074234B}" srcOrd="0" destOrd="0" presId="urn:microsoft.com/office/officeart/2005/8/layout/hierarchy1"/>
    <dgm:cxn modelId="{17CF736E-9282-4774-B12D-FEBDEAFB5588}" type="presParOf" srcId="{AB6569D4-9C84-4BDF-BE67-3BF7F60B246F}" destId="{B1E44A6D-0B31-4EB1-AB76-2661DA3217AD}" srcOrd="1" destOrd="0" presId="urn:microsoft.com/office/officeart/2005/8/layout/hierarchy1"/>
    <dgm:cxn modelId="{FFF6E621-AC9E-494A-B03A-B020E000CDAF}" type="presParOf" srcId="{A510DC89-6859-4F29-BD68-EF6ED1376734}" destId="{BED4C851-69E9-49AC-A0D8-694B589706E7}" srcOrd="1" destOrd="0" presId="urn:microsoft.com/office/officeart/2005/8/layout/hierarchy1"/>
    <dgm:cxn modelId="{3035ED31-A653-4F73-AEBA-CAA4B502D4CD}" type="presParOf" srcId="{ACFB0AD3-2A13-4965-B35D-08825C096F39}" destId="{F71C9142-BDCC-40EA-A5B6-5D1E89C61222}" srcOrd="10" destOrd="0" presId="urn:microsoft.com/office/officeart/2005/8/layout/hierarchy1"/>
    <dgm:cxn modelId="{EC7DC64D-F6B1-47FB-82A9-4AF7056FADF0}" type="presParOf" srcId="{ACFB0AD3-2A13-4965-B35D-08825C096F39}" destId="{C3A8C294-9535-4D05-B4C3-A20B87B8DD5C}" srcOrd="11" destOrd="0" presId="urn:microsoft.com/office/officeart/2005/8/layout/hierarchy1"/>
    <dgm:cxn modelId="{D2B752F6-935B-47D3-BDAF-CCE515285439}" type="presParOf" srcId="{C3A8C294-9535-4D05-B4C3-A20B87B8DD5C}" destId="{BCFC09AA-DD9B-4A72-B919-077B2799E639}" srcOrd="0" destOrd="0" presId="urn:microsoft.com/office/officeart/2005/8/layout/hierarchy1"/>
    <dgm:cxn modelId="{7CBF7D1A-14CE-467E-9159-24FB934A5C53}" type="presParOf" srcId="{BCFC09AA-DD9B-4A72-B919-077B2799E639}" destId="{FD2B6836-26F4-4CD2-BAA1-7B8243477AA0}" srcOrd="0" destOrd="0" presId="urn:microsoft.com/office/officeart/2005/8/layout/hierarchy1"/>
    <dgm:cxn modelId="{F3C5D04E-120B-4E44-A75C-A6BDEE086EE7}" type="presParOf" srcId="{BCFC09AA-DD9B-4A72-B919-077B2799E639}" destId="{C6C80D25-355D-4483-80FF-832211A255D3}" srcOrd="1" destOrd="0" presId="urn:microsoft.com/office/officeart/2005/8/layout/hierarchy1"/>
    <dgm:cxn modelId="{E87ED3C3-6DDF-4D29-903F-3E89D2DDD215}" type="presParOf" srcId="{C3A8C294-9535-4D05-B4C3-A20B87B8DD5C}" destId="{B92F0D37-6089-4F60-BC0E-A5BA04CDF39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4B3FF3-C992-4F6E-B6CD-73CB42405059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96E65DD-C870-418C-94DD-19D2BF4DAC5E}">
      <dgm:prSet custT="1"/>
      <dgm:spPr/>
      <dgm:t>
        <a:bodyPr/>
        <a:lstStyle/>
        <a:p>
          <a:r>
            <a:rPr lang="en-US" sz="1400"/>
            <a:t>Clean Architecture</a:t>
          </a:r>
        </a:p>
      </dgm:t>
    </dgm:pt>
    <dgm:pt modelId="{B2893D64-4395-4B69-8665-DFB7CE68D154}" type="parTrans" cxnId="{41BD7A5F-4CB8-4109-A5C1-8590A23F5261}">
      <dgm:prSet/>
      <dgm:spPr/>
      <dgm:t>
        <a:bodyPr/>
        <a:lstStyle/>
        <a:p>
          <a:endParaRPr lang="en-US" sz="1400"/>
        </a:p>
      </dgm:t>
    </dgm:pt>
    <dgm:pt modelId="{D9ABDF28-D2F7-4947-AD80-5B1DDEF6CE23}" type="sibTrans" cxnId="{41BD7A5F-4CB8-4109-A5C1-8590A23F5261}">
      <dgm:prSet/>
      <dgm:spPr/>
      <dgm:t>
        <a:bodyPr/>
        <a:lstStyle/>
        <a:p>
          <a:endParaRPr lang="en-US" sz="1400"/>
        </a:p>
      </dgm:t>
    </dgm:pt>
    <dgm:pt modelId="{5BAD4ECC-DB83-447A-9D89-C08131FCC8A0}">
      <dgm:prSet custT="1"/>
      <dgm:spPr/>
      <dgm:t>
        <a:bodyPr/>
        <a:lstStyle/>
        <a:p>
          <a:r>
            <a:rPr lang="en-US" sz="1400"/>
            <a:t>Repository-Like Data Access via EF Core DbContext</a:t>
          </a:r>
        </a:p>
      </dgm:t>
    </dgm:pt>
    <dgm:pt modelId="{F2A4192E-1F0E-4F73-B6B1-DD1C84C27D3D}" type="parTrans" cxnId="{3014995B-BBFD-4508-B2FD-14AEA0547C86}">
      <dgm:prSet/>
      <dgm:spPr/>
      <dgm:t>
        <a:bodyPr/>
        <a:lstStyle/>
        <a:p>
          <a:endParaRPr lang="en-US" sz="1400"/>
        </a:p>
      </dgm:t>
    </dgm:pt>
    <dgm:pt modelId="{1FF7FA75-7960-4E48-BB02-29D0D17F9E36}" type="sibTrans" cxnId="{3014995B-BBFD-4508-B2FD-14AEA0547C86}">
      <dgm:prSet/>
      <dgm:spPr/>
      <dgm:t>
        <a:bodyPr/>
        <a:lstStyle/>
        <a:p>
          <a:endParaRPr lang="en-US" sz="1400"/>
        </a:p>
      </dgm:t>
    </dgm:pt>
    <dgm:pt modelId="{E5EAF5AD-AE8A-4772-8915-2CC94C2733BB}">
      <dgm:prSet custT="1"/>
      <dgm:spPr/>
      <dgm:t>
        <a:bodyPr/>
        <a:lstStyle/>
        <a:p>
          <a:r>
            <a:rPr lang="en-US" sz="1400"/>
            <a:t>Dependency Injection</a:t>
          </a:r>
        </a:p>
      </dgm:t>
    </dgm:pt>
    <dgm:pt modelId="{EB3B8A22-3234-450F-ABCC-A0B56BD310B9}" type="parTrans" cxnId="{E241C723-FBBA-4D90-82B3-097915FC0A23}">
      <dgm:prSet/>
      <dgm:spPr/>
      <dgm:t>
        <a:bodyPr/>
        <a:lstStyle/>
        <a:p>
          <a:endParaRPr lang="en-US" sz="1400"/>
        </a:p>
      </dgm:t>
    </dgm:pt>
    <dgm:pt modelId="{BF35325D-83B0-4B4A-AF61-38A29C6D193B}" type="sibTrans" cxnId="{E241C723-FBBA-4D90-82B3-097915FC0A23}">
      <dgm:prSet/>
      <dgm:spPr/>
      <dgm:t>
        <a:bodyPr/>
        <a:lstStyle/>
        <a:p>
          <a:endParaRPr lang="en-US" sz="1400"/>
        </a:p>
      </dgm:t>
    </dgm:pt>
    <dgm:pt modelId="{26637E43-CCAE-47E5-8E66-CC8B3C397331}">
      <dgm:prSet custT="1"/>
      <dgm:spPr/>
      <dgm:t>
        <a:bodyPr/>
        <a:lstStyle/>
        <a:p>
          <a:r>
            <a:rPr lang="en-US" sz="1400"/>
            <a:t>Interface-Based Abstraction</a:t>
          </a:r>
        </a:p>
      </dgm:t>
    </dgm:pt>
    <dgm:pt modelId="{AA23FDB4-0D21-417D-B749-09FF310625F4}" type="parTrans" cxnId="{946CA0E9-B1C0-47AD-8743-94690CAB0AC3}">
      <dgm:prSet/>
      <dgm:spPr/>
      <dgm:t>
        <a:bodyPr/>
        <a:lstStyle/>
        <a:p>
          <a:endParaRPr lang="en-US" sz="1400"/>
        </a:p>
      </dgm:t>
    </dgm:pt>
    <dgm:pt modelId="{9EE0D3D9-39BB-4B6C-B796-6F4453395A4F}" type="sibTrans" cxnId="{946CA0E9-B1C0-47AD-8743-94690CAB0AC3}">
      <dgm:prSet/>
      <dgm:spPr/>
      <dgm:t>
        <a:bodyPr/>
        <a:lstStyle/>
        <a:p>
          <a:endParaRPr lang="en-US" sz="1400"/>
        </a:p>
      </dgm:t>
    </dgm:pt>
    <dgm:pt modelId="{77DEB6C3-6699-48A3-9D46-6124EA589AB8}">
      <dgm:prSet custT="1"/>
      <dgm:spPr/>
      <dgm:t>
        <a:bodyPr/>
        <a:lstStyle/>
        <a:p>
          <a:r>
            <a:rPr lang="en-US" sz="1400" dirty="0"/>
            <a:t>DTO Pattern</a:t>
          </a:r>
        </a:p>
      </dgm:t>
    </dgm:pt>
    <dgm:pt modelId="{2EA7D8BC-AC93-456E-9435-ED881C1FA65B}" type="parTrans" cxnId="{714A48EC-C10E-45C9-8B52-B3B6E86EAD4E}">
      <dgm:prSet/>
      <dgm:spPr/>
      <dgm:t>
        <a:bodyPr/>
        <a:lstStyle/>
        <a:p>
          <a:endParaRPr lang="en-US" sz="1400"/>
        </a:p>
      </dgm:t>
    </dgm:pt>
    <dgm:pt modelId="{D7AD86DE-75C4-41FC-809A-446F870CFC7C}" type="sibTrans" cxnId="{714A48EC-C10E-45C9-8B52-B3B6E86EAD4E}">
      <dgm:prSet/>
      <dgm:spPr/>
      <dgm:t>
        <a:bodyPr/>
        <a:lstStyle/>
        <a:p>
          <a:endParaRPr lang="en-US" sz="1400"/>
        </a:p>
      </dgm:t>
    </dgm:pt>
    <dgm:pt modelId="{107A58CB-8801-4D76-A38F-785DEC95477A}">
      <dgm:prSet custT="1"/>
      <dgm:spPr/>
      <dgm:t>
        <a:bodyPr/>
        <a:lstStyle/>
        <a:p>
          <a:r>
            <a:rPr lang="en-US" sz="1400"/>
            <a:t>Service Layer Pattern</a:t>
          </a:r>
        </a:p>
      </dgm:t>
    </dgm:pt>
    <dgm:pt modelId="{B7BB3974-D3C4-46DC-93E8-6D272A5B2C72}" type="parTrans" cxnId="{B5F59221-957E-4590-BD04-A6FBAAA22A24}">
      <dgm:prSet/>
      <dgm:spPr/>
      <dgm:t>
        <a:bodyPr/>
        <a:lstStyle/>
        <a:p>
          <a:endParaRPr lang="en-US" sz="1400"/>
        </a:p>
      </dgm:t>
    </dgm:pt>
    <dgm:pt modelId="{DAC37D46-67BD-4714-BA7F-28297A6205D9}" type="sibTrans" cxnId="{B5F59221-957E-4590-BD04-A6FBAAA22A24}">
      <dgm:prSet/>
      <dgm:spPr/>
      <dgm:t>
        <a:bodyPr/>
        <a:lstStyle/>
        <a:p>
          <a:endParaRPr lang="en-US" sz="1400"/>
        </a:p>
      </dgm:t>
    </dgm:pt>
    <dgm:pt modelId="{EBF19B37-149A-4E43-A64B-2E8FD2BDF781}">
      <dgm:prSet custT="1"/>
      <dgm:spPr/>
      <dgm:t>
        <a:bodyPr/>
        <a:lstStyle/>
        <a:p>
          <a:r>
            <a:rPr lang="en-US" sz="1400"/>
            <a:t>Unit of Work Pattern</a:t>
          </a:r>
        </a:p>
      </dgm:t>
    </dgm:pt>
    <dgm:pt modelId="{6DBB0F27-8732-428E-845E-E1394B48E582}" type="parTrans" cxnId="{7CBCA3CF-6522-4409-B5EC-D14BD257A2E5}">
      <dgm:prSet/>
      <dgm:spPr/>
      <dgm:t>
        <a:bodyPr/>
        <a:lstStyle/>
        <a:p>
          <a:endParaRPr lang="en-US" sz="1400"/>
        </a:p>
      </dgm:t>
    </dgm:pt>
    <dgm:pt modelId="{E1C0FB1C-8745-4534-8904-C5E961355CD3}" type="sibTrans" cxnId="{7CBCA3CF-6522-4409-B5EC-D14BD257A2E5}">
      <dgm:prSet/>
      <dgm:spPr/>
      <dgm:t>
        <a:bodyPr/>
        <a:lstStyle/>
        <a:p>
          <a:endParaRPr lang="en-US" sz="1400"/>
        </a:p>
      </dgm:t>
    </dgm:pt>
    <dgm:pt modelId="{291C4685-A9B0-4054-B861-9272CAAE1E97}">
      <dgm:prSet custT="1"/>
      <dgm:spPr/>
      <dgm:t>
        <a:bodyPr/>
        <a:lstStyle/>
        <a:p>
          <a:r>
            <a:rPr lang="en-US" sz="1400"/>
            <a:t>Factory/Creation Method Style</a:t>
          </a:r>
        </a:p>
      </dgm:t>
    </dgm:pt>
    <dgm:pt modelId="{FCE25922-378B-477D-8F04-340723D7F929}" type="parTrans" cxnId="{F0681716-9481-4235-94E2-124A96583674}">
      <dgm:prSet/>
      <dgm:spPr/>
      <dgm:t>
        <a:bodyPr/>
        <a:lstStyle/>
        <a:p>
          <a:endParaRPr lang="en-US" sz="1400"/>
        </a:p>
      </dgm:t>
    </dgm:pt>
    <dgm:pt modelId="{BBB76606-66AF-4AF1-9A22-35D4A02BC2BC}" type="sibTrans" cxnId="{F0681716-9481-4235-94E2-124A96583674}">
      <dgm:prSet/>
      <dgm:spPr/>
      <dgm:t>
        <a:bodyPr/>
        <a:lstStyle/>
        <a:p>
          <a:endParaRPr lang="en-US" sz="1400"/>
        </a:p>
      </dgm:t>
    </dgm:pt>
    <dgm:pt modelId="{EB539F07-6C44-46EB-8390-7DFCC1B9DB11}">
      <dgm:prSet custT="1"/>
      <dgm:spPr/>
      <dgm:t>
        <a:bodyPr/>
        <a:lstStyle/>
        <a:p>
          <a:r>
            <a:rPr lang="en-US" sz="1400"/>
            <a:t>Encapsulation</a:t>
          </a:r>
        </a:p>
      </dgm:t>
    </dgm:pt>
    <dgm:pt modelId="{FF8B3B3D-47B2-4DE4-BF22-B62EAB47DC21}" type="parTrans" cxnId="{27F23BE9-F1F7-4781-91D6-268B2845AC67}">
      <dgm:prSet/>
      <dgm:spPr/>
      <dgm:t>
        <a:bodyPr/>
        <a:lstStyle/>
        <a:p>
          <a:endParaRPr lang="en-US" sz="1400"/>
        </a:p>
      </dgm:t>
    </dgm:pt>
    <dgm:pt modelId="{88F8D09E-C69B-47D2-B454-2B573609DF1C}" type="sibTrans" cxnId="{27F23BE9-F1F7-4781-91D6-268B2845AC67}">
      <dgm:prSet/>
      <dgm:spPr/>
      <dgm:t>
        <a:bodyPr/>
        <a:lstStyle/>
        <a:p>
          <a:endParaRPr lang="en-US" sz="1400"/>
        </a:p>
      </dgm:t>
    </dgm:pt>
    <dgm:pt modelId="{6B295ED2-65F1-4B87-BDF6-0046F03330BC}">
      <dgm:prSet custT="1"/>
      <dgm:spPr/>
      <dgm:t>
        <a:bodyPr/>
        <a:lstStyle/>
        <a:p>
          <a:r>
            <a:rPr lang="en-US" sz="1400"/>
            <a:t>Strategy-Like Provider Selection</a:t>
          </a:r>
        </a:p>
      </dgm:t>
    </dgm:pt>
    <dgm:pt modelId="{57CEF153-B48C-4B75-AE0B-A8EF94598E01}" type="parTrans" cxnId="{D3577DD4-1F67-4FE4-9060-5E18098B06AB}">
      <dgm:prSet/>
      <dgm:spPr/>
      <dgm:t>
        <a:bodyPr/>
        <a:lstStyle/>
        <a:p>
          <a:endParaRPr lang="en-US" sz="1400"/>
        </a:p>
      </dgm:t>
    </dgm:pt>
    <dgm:pt modelId="{238A285F-8B57-4158-8542-173A58BCB9F1}" type="sibTrans" cxnId="{D3577DD4-1F67-4FE4-9060-5E18098B06AB}">
      <dgm:prSet/>
      <dgm:spPr/>
      <dgm:t>
        <a:bodyPr/>
        <a:lstStyle/>
        <a:p>
          <a:endParaRPr lang="en-US" sz="1400"/>
        </a:p>
      </dgm:t>
    </dgm:pt>
    <dgm:pt modelId="{F8B5D97E-2406-4ACD-93DE-77B3FA3FA57A}">
      <dgm:prSet custT="1"/>
      <dgm:spPr/>
      <dgm:t>
        <a:bodyPr/>
        <a:lstStyle/>
        <a:p>
          <a:r>
            <a:rPr lang="en-US" sz="1400"/>
            <a:t>Adapter Pattern</a:t>
          </a:r>
        </a:p>
      </dgm:t>
    </dgm:pt>
    <dgm:pt modelId="{D57FAE9B-E641-41FE-8DA5-076BF7901BF1}" type="parTrans" cxnId="{437EFFA5-11C8-4887-9790-538BD20FA19E}">
      <dgm:prSet/>
      <dgm:spPr/>
      <dgm:t>
        <a:bodyPr/>
        <a:lstStyle/>
        <a:p>
          <a:endParaRPr lang="en-US" sz="1400"/>
        </a:p>
      </dgm:t>
    </dgm:pt>
    <dgm:pt modelId="{7B49825B-5A2F-455E-996E-CF0A1E6F35D4}" type="sibTrans" cxnId="{437EFFA5-11C8-4887-9790-538BD20FA19E}">
      <dgm:prSet/>
      <dgm:spPr/>
      <dgm:t>
        <a:bodyPr/>
        <a:lstStyle/>
        <a:p>
          <a:endParaRPr lang="en-US" sz="1400"/>
        </a:p>
      </dgm:t>
    </dgm:pt>
    <dgm:pt modelId="{F4C7830B-5752-40BE-AEC7-B4A49540D3E2}">
      <dgm:prSet custT="1"/>
      <dgm:spPr/>
      <dgm:t>
        <a:bodyPr/>
        <a:lstStyle/>
        <a:p>
          <a:r>
            <a:rPr lang="en-US" sz="1400"/>
            <a:t>Validation Pattern</a:t>
          </a:r>
        </a:p>
      </dgm:t>
    </dgm:pt>
    <dgm:pt modelId="{9808D0B1-DB31-4DA8-ABC9-7652098D8E96}" type="parTrans" cxnId="{6F0012F2-959A-4BF1-98C1-4AA96004CA11}">
      <dgm:prSet/>
      <dgm:spPr/>
      <dgm:t>
        <a:bodyPr/>
        <a:lstStyle/>
        <a:p>
          <a:endParaRPr lang="en-US" sz="1400"/>
        </a:p>
      </dgm:t>
    </dgm:pt>
    <dgm:pt modelId="{A844C718-47D1-48E1-93FD-E70EF41F852B}" type="sibTrans" cxnId="{6F0012F2-959A-4BF1-98C1-4AA96004CA11}">
      <dgm:prSet/>
      <dgm:spPr/>
      <dgm:t>
        <a:bodyPr/>
        <a:lstStyle/>
        <a:p>
          <a:endParaRPr lang="en-US" sz="1400"/>
        </a:p>
      </dgm:t>
    </dgm:pt>
    <dgm:pt modelId="{41A3FBB2-4EF5-40C3-BC01-3DA4335D875E}">
      <dgm:prSet custT="1"/>
      <dgm:spPr/>
      <dgm:t>
        <a:bodyPr/>
        <a:lstStyle/>
        <a:p>
          <a:r>
            <a:rPr lang="en-US" sz="1400"/>
            <a:t>Audit Trail Pattern</a:t>
          </a:r>
        </a:p>
      </dgm:t>
    </dgm:pt>
    <dgm:pt modelId="{D0E09DB9-9F3D-4A8C-8CFF-417B101F7B74}" type="parTrans" cxnId="{4993A521-59DE-4415-8B27-575B99B2D412}">
      <dgm:prSet/>
      <dgm:spPr/>
      <dgm:t>
        <a:bodyPr/>
        <a:lstStyle/>
        <a:p>
          <a:endParaRPr lang="en-US" sz="1400"/>
        </a:p>
      </dgm:t>
    </dgm:pt>
    <dgm:pt modelId="{BC25A441-5746-4FF5-9229-82FDB9962722}" type="sibTrans" cxnId="{4993A521-59DE-4415-8B27-575B99B2D412}">
      <dgm:prSet/>
      <dgm:spPr/>
      <dgm:t>
        <a:bodyPr/>
        <a:lstStyle/>
        <a:p>
          <a:endParaRPr lang="en-US" sz="1400"/>
        </a:p>
      </dgm:t>
    </dgm:pt>
    <dgm:pt modelId="{F72CD7D4-628E-4359-A814-F2C92528CB28}">
      <dgm:prSet custT="1"/>
      <dgm:spPr/>
      <dgm:t>
        <a:bodyPr/>
        <a:lstStyle/>
        <a:p>
          <a:r>
            <a:rPr lang="en-US" sz="1400"/>
            <a:t>CQRS-Lite</a:t>
          </a:r>
        </a:p>
      </dgm:t>
    </dgm:pt>
    <dgm:pt modelId="{BF8C6D15-AD29-4E82-BFB2-98E287F6B1E9}" type="parTrans" cxnId="{9E2E8C10-4803-42F4-8FF2-8FF87737164E}">
      <dgm:prSet/>
      <dgm:spPr/>
      <dgm:t>
        <a:bodyPr/>
        <a:lstStyle/>
        <a:p>
          <a:endParaRPr lang="en-US" sz="1400"/>
        </a:p>
      </dgm:t>
    </dgm:pt>
    <dgm:pt modelId="{04C7F52D-3BEF-458C-A765-825B5BD6DA48}" type="sibTrans" cxnId="{9E2E8C10-4803-42F4-8FF2-8FF87737164E}">
      <dgm:prSet/>
      <dgm:spPr/>
      <dgm:t>
        <a:bodyPr/>
        <a:lstStyle/>
        <a:p>
          <a:endParaRPr lang="en-US" sz="1400"/>
        </a:p>
      </dgm:t>
    </dgm:pt>
    <dgm:pt modelId="{27D6DC8D-7663-447E-A4E8-E33A6C1BFE53}">
      <dgm:prSet custT="1"/>
      <dgm:spPr/>
      <dgm:t>
        <a:bodyPr/>
        <a:lstStyle/>
        <a:p>
          <a:r>
            <a:rPr lang="en-US" sz="1400"/>
            <a:t>Dashboard/Read Model Aggregation</a:t>
          </a:r>
        </a:p>
      </dgm:t>
    </dgm:pt>
    <dgm:pt modelId="{475B2772-0F91-472A-8307-9509C713F433}" type="parTrans" cxnId="{95DA4F7C-676C-414A-AA8A-EEAC3DE7308C}">
      <dgm:prSet/>
      <dgm:spPr/>
      <dgm:t>
        <a:bodyPr/>
        <a:lstStyle/>
        <a:p>
          <a:endParaRPr lang="en-US" sz="1400"/>
        </a:p>
      </dgm:t>
    </dgm:pt>
    <dgm:pt modelId="{A26CB64B-CB02-4936-8DAD-B7ED2A127982}" type="sibTrans" cxnId="{95DA4F7C-676C-414A-AA8A-EEAC3DE7308C}">
      <dgm:prSet/>
      <dgm:spPr/>
      <dgm:t>
        <a:bodyPr/>
        <a:lstStyle/>
        <a:p>
          <a:endParaRPr lang="en-US" sz="1400"/>
        </a:p>
      </dgm:t>
    </dgm:pt>
    <dgm:pt modelId="{C51F026E-D471-4AB2-B445-C263B6108B24}">
      <dgm:prSet custT="1"/>
      <dgm:spPr/>
      <dgm:t>
        <a:bodyPr/>
        <a:lstStyle/>
        <a:p>
          <a:r>
            <a:rPr lang="en-US" sz="1400"/>
            <a:t>Idempotency/Duplicate Detection</a:t>
          </a:r>
        </a:p>
      </dgm:t>
    </dgm:pt>
    <dgm:pt modelId="{5EEB0DB5-64EF-41FE-A0D6-B3AD48D6DA75}" type="parTrans" cxnId="{847E7094-56B8-4BB5-847A-814C9B5F251A}">
      <dgm:prSet/>
      <dgm:spPr/>
      <dgm:t>
        <a:bodyPr/>
        <a:lstStyle/>
        <a:p>
          <a:endParaRPr lang="en-US" sz="1400"/>
        </a:p>
      </dgm:t>
    </dgm:pt>
    <dgm:pt modelId="{E79DE07F-800D-41A6-BC7D-1FB0032D9CBD}" type="sibTrans" cxnId="{847E7094-56B8-4BB5-847A-814C9B5F251A}">
      <dgm:prSet/>
      <dgm:spPr/>
      <dgm:t>
        <a:bodyPr/>
        <a:lstStyle/>
        <a:p>
          <a:endParaRPr lang="en-US" sz="1400"/>
        </a:p>
      </dgm:t>
    </dgm:pt>
    <dgm:pt modelId="{15A633C7-7CCD-4A99-B3E3-CF2FB099FEC3}">
      <dgm:prSet custT="1"/>
      <dgm:spPr/>
      <dgm:t>
        <a:bodyPr/>
        <a:lstStyle/>
        <a:p>
          <a:r>
            <a:rPr lang="en-US" sz="1400"/>
            <a:t>Error Queue Pattern</a:t>
          </a:r>
        </a:p>
      </dgm:t>
    </dgm:pt>
    <dgm:pt modelId="{3E6CBF32-B8CF-4E39-96FE-28A6D241D148}" type="parTrans" cxnId="{8CF10A1B-888E-445A-B3C0-3F0C45DD6A26}">
      <dgm:prSet/>
      <dgm:spPr/>
      <dgm:t>
        <a:bodyPr/>
        <a:lstStyle/>
        <a:p>
          <a:endParaRPr lang="en-US" sz="1400"/>
        </a:p>
      </dgm:t>
    </dgm:pt>
    <dgm:pt modelId="{0E31DE81-13E5-44FA-83C4-AC4D25608787}" type="sibTrans" cxnId="{8CF10A1B-888E-445A-B3C0-3F0C45DD6A26}">
      <dgm:prSet/>
      <dgm:spPr/>
      <dgm:t>
        <a:bodyPr/>
        <a:lstStyle/>
        <a:p>
          <a:endParaRPr lang="en-US" sz="1400"/>
        </a:p>
      </dgm:t>
    </dgm:pt>
    <dgm:pt modelId="{19F036F4-E86B-4CB3-A71F-0C11B962E06B}">
      <dgm:prSet custT="1"/>
      <dgm:spPr/>
      <dgm:t>
        <a:bodyPr/>
        <a:lstStyle/>
        <a:p>
          <a:r>
            <a:rPr lang="en-US" sz="1400"/>
            <a:t>Configuration Pattern</a:t>
          </a:r>
        </a:p>
      </dgm:t>
    </dgm:pt>
    <dgm:pt modelId="{24800926-D0DD-4D56-8E46-4E7B64905D0B}" type="parTrans" cxnId="{B36E15F8-ABC6-4DA5-8C7A-E72FD3CFB6DF}">
      <dgm:prSet/>
      <dgm:spPr/>
      <dgm:t>
        <a:bodyPr/>
        <a:lstStyle/>
        <a:p>
          <a:endParaRPr lang="en-US" sz="1400"/>
        </a:p>
      </dgm:t>
    </dgm:pt>
    <dgm:pt modelId="{E352DAB8-7403-4FDE-A6E2-7CB3B5D7C7B5}" type="sibTrans" cxnId="{B36E15F8-ABC6-4DA5-8C7A-E72FD3CFB6DF}">
      <dgm:prSet/>
      <dgm:spPr/>
      <dgm:t>
        <a:bodyPr/>
        <a:lstStyle/>
        <a:p>
          <a:endParaRPr lang="en-US" sz="1400"/>
        </a:p>
      </dgm:t>
    </dgm:pt>
    <dgm:pt modelId="{328A00A5-6D14-4A01-8E10-0E5A156C5A5A}">
      <dgm:prSet custT="1"/>
      <dgm:spPr/>
      <dgm:t>
        <a:bodyPr/>
        <a:lstStyle/>
        <a:p>
          <a:r>
            <a:rPr lang="en-US" sz="1400"/>
            <a:t>Modular Monolith</a:t>
          </a:r>
        </a:p>
      </dgm:t>
    </dgm:pt>
    <dgm:pt modelId="{D090EF32-6121-4718-AA8D-31E8E885DBC6}" type="parTrans" cxnId="{EE7291C8-3587-4019-A077-4F567EEBFC37}">
      <dgm:prSet/>
      <dgm:spPr/>
      <dgm:t>
        <a:bodyPr/>
        <a:lstStyle/>
        <a:p>
          <a:endParaRPr lang="en-US" sz="1400"/>
        </a:p>
      </dgm:t>
    </dgm:pt>
    <dgm:pt modelId="{414A4D41-204A-42DB-B128-4201A05177C4}" type="sibTrans" cxnId="{EE7291C8-3587-4019-A077-4F567EEBFC37}">
      <dgm:prSet/>
      <dgm:spPr/>
      <dgm:t>
        <a:bodyPr/>
        <a:lstStyle/>
        <a:p>
          <a:endParaRPr lang="en-US" sz="1400"/>
        </a:p>
      </dgm:t>
    </dgm:pt>
    <dgm:pt modelId="{42630473-9E20-4119-A90B-886709E38EB5}">
      <dgm:prSet custT="1"/>
      <dgm:spPr/>
      <dgm:t>
        <a:bodyPr/>
        <a:lstStyle/>
        <a:p>
          <a:r>
            <a:rPr lang="en-US" sz="1400"/>
            <a:t>API Controller Pattern</a:t>
          </a:r>
        </a:p>
      </dgm:t>
    </dgm:pt>
    <dgm:pt modelId="{627D4EFA-4D4C-493E-862E-0EF70CD554E0}" type="parTrans" cxnId="{94973F18-A026-4CA4-8D02-1647DEB873A7}">
      <dgm:prSet/>
      <dgm:spPr/>
      <dgm:t>
        <a:bodyPr/>
        <a:lstStyle/>
        <a:p>
          <a:endParaRPr lang="en-US" sz="1400"/>
        </a:p>
      </dgm:t>
    </dgm:pt>
    <dgm:pt modelId="{BD0841B0-C4BB-4219-BE87-DD38F57B869F}" type="sibTrans" cxnId="{94973F18-A026-4CA4-8D02-1647DEB873A7}">
      <dgm:prSet/>
      <dgm:spPr/>
      <dgm:t>
        <a:bodyPr/>
        <a:lstStyle/>
        <a:p>
          <a:endParaRPr lang="en-US" sz="1400"/>
        </a:p>
      </dgm:t>
    </dgm:pt>
    <dgm:pt modelId="{4F1BBC02-EB6D-4E2C-8DD0-0A41EA20DC21}">
      <dgm:prSet custT="1"/>
      <dgm:spPr/>
      <dgm:t>
        <a:bodyPr/>
        <a:lstStyle/>
        <a:p>
          <a:r>
            <a:rPr lang="en-US" sz="1400"/>
            <a:t>Health Check Pattern</a:t>
          </a:r>
        </a:p>
      </dgm:t>
    </dgm:pt>
    <dgm:pt modelId="{C670FE9C-2542-4E3C-8F85-FF5AF398DBB1}" type="parTrans" cxnId="{712C6323-0981-4AAE-BF25-02A8B943C0F8}">
      <dgm:prSet/>
      <dgm:spPr/>
      <dgm:t>
        <a:bodyPr/>
        <a:lstStyle/>
        <a:p>
          <a:endParaRPr lang="en-US" sz="1400"/>
        </a:p>
      </dgm:t>
    </dgm:pt>
    <dgm:pt modelId="{E4482A8F-E57A-4B94-A116-B8B60793129D}" type="sibTrans" cxnId="{712C6323-0981-4AAE-BF25-02A8B943C0F8}">
      <dgm:prSet/>
      <dgm:spPr/>
      <dgm:t>
        <a:bodyPr/>
        <a:lstStyle/>
        <a:p>
          <a:endParaRPr lang="en-US" sz="1400"/>
        </a:p>
      </dgm:t>
    </dgm:pt>
    <dgm:pt modelId="{825D5CC2-5E70-4DC0-9714-FA204C2B5876}">
      <dgm:prSet custT="1"/>
      <dgm:spPr/>
      <dgm:t>
        <a:bodyPr/>
        <a:lstStyle/>
        <a:p>
          <a:r>
            <a:rPr lang="en-US" sz="1400"/>
            <a:t>Frontend Component Pattern</a:t>
          </a:r>
        </a:p>
      </dgm:t>
    </dgm:pt>
    <dgm:pt modelId="{C101A3BA-1D85-4D44-B613-FD35E17AD3A9}" type="parTrans" cxnId="{75748801-C681-4172-9D95-7384A90CD4A7}">
      <dgm:prSet/>
      <dgm:spPr/>
      <dgm:t>
        <a:bodyPr/>
        <a:lstStyle/>
        <a:p>
          <a:endParaRPr lang="en-US" sz="1400"/>
        </a:p>
      </dgm:t>
    </dgm:pt>
    <dgm:pt modelId="{3D3C3346-AE2B-418E-B4D0-86BBB16A6BD6}" type="sibTrans" cxnId="{75748801-C681-4172-9D95-7384A90CD4A7}">
      <dgm:prSet/>
      <dgm:spPr/>
      <dgm:t>
        <a:bodyPr/>
        <a:lstStyle/>
        <a:p>
          <a:endParaRPr lang="en-US" sz="1400"/>
        </a:p>
      </dgm:t>
    </dgm:pt>
    <dgm:pt modelId="{B03727FA-4501-4AAC-BE99-2BDA21607973}">
      <dgm:prSet custT="1"/>
      <dgm:spPr/>
      <dgm:t>
        <a:bodyPr/>
        <a:lstStyle/>
        <a:p>
          <a:r>
            <a:rPr lang="en-US" sz="1400"/>
            <a:t>Frontend State and Effect Pattern</a:t>
          </a:r>
        </a:p>
      </dgm:t>
    </dgm:pt>
    <dgm:pt modelId="{D71DFC05-997D-4EF1-A662-3F9B6026C928}" type="parTrans" cxnId="{92EA7A03-F7AB-4F91-94A9-2FAAA9114516}">
      <dgm:prSet/>
      <dgm:spPr/>
      <dgm:t>
        <a:bodyPr/>
        <a:lstStyle/>
        <a:p>
          <a:endParaRPr lang="en-US" sz="1400"/>
        </a:p>
      </dgm:t>
    </dgm:pt>
    <dgm:pt modelId="{2B873391-0851-4900-A5F7-8A6E1CBD6959}" type="sibTrans" cxnId="{92EA7A03-F7AB-4F91-94A9-2FAAA9114516}">
      <dgm:prSet/>
      <dgm:spPr/>
      <dgm:t>
        <a:bodyPr/>
        <a:lstStyle/>
        <a:p>
          <a:endParaRPr lang="en-US" sz="1400"/>
        </a:p>
      </dgm:t>
    </dgm:pt>
    <dgm:pt modelId="{5D121E1A-1C82-4EA5-982A-604B6DF574CA}">
      <dgm:prSet custT="1"/>
      <dgm:spPr/>
      <dgm:t>
        <a:bodyPr/>
        <a:lstStyle/>
        <a:p>
          <a:r>
            <a:rPr lang="en-US" sz="1400"/>
            <a:t>Feature Toggle Readiness</a:t>
          </a:r>
        </a:p>
      </dgm:t>
    </dgm:pt>
    <dgm:pt modelId="{FD742C19-4630-49AF-9BCF-5F34A2316A27}" type="parTrans" cxnId="{101926FA-1589-4AA2-936D-E2F0040E85D6}">
      <dgm:prSet/>
      <dgm:spPr/>
      <dgm:t>
        <a:bodyPr/>
        <a:lstStyle/>
        <a:p>
          <a:endParaRPr lang="en-US" sz="1400"/>
        </a:p>
      </dgm:t>
    </dgm:pt>
    <dgm:pt modelId="{7060FC16-F03D-44AB-BE6E-551AE6385FAA}" type="sibTrans" cxnId="{101926FA-1589-4AA2-936D-E2F0040E85D6}">
      <dgm:prSet/>
      <dgm:spPr/>
      <dgm:t>
        <a:bodyPr/>
        <a:lstStyle/>
        <a:p>
          <a:endParaRPr lang="en-US" sz="1400"/>
        </a:p>
      </dgm:t>
    </dgm:pt>
    <dgm:pt modelId="{6A4B6FEC-D719-4298-A5BB-2D4ADF8B038D}" type="pres">
      <dgm:prSet presAssocID="{7F4B3FF3-C992-4F6E-B6CD-73CB42405059}" presName="diagram" presStyleCnt="0">
        <dgm:presLayoutVars>
          <dgm:dir/>
          <dgm:resizeHandles val="exact"/>
        </dgm:presLayoutVars>
      </dgm:prSet>
      <dgm:spPr/>
    </dgm:pt>
    <dgm:pt modelId="{E581465A-C0E5-44FB-88F4-D93FB0E227F6}" type="pres">
      <dgm:prSet presAssocID="{B96E65DD-C870-418C-94DD-19D2BF4DAC5E}" presName="node" presStyleLbl="node1" presStyleIdx="0" presStyleCnt="24">
        <dgm:presLayoutVars>
          <dgm:bulletEnabled val="1"/>
        </dgm:presLayoutVars>
      </dgm:prSet>
      <dgm:spPr/>
    </dgm:pt>
    <dgm:pt modelId="{49CE400D-4E40-4910-929E-2E4831C57D01}" type="pres">
      <dgm:prSet presAssocID="{D9ABDF28-D2F7-4947-AD80-5B1DDEF6CE23}" presName="sibTrans" presStyleCnt="0"/>
      <dgm:spPr/>
    </dgm:pt>
    <dgm:pt modelId="{1F92C2EE-4CD1-478E-92B5-9306549F744D}" type="pres">
      <dgm:prSet presAssocID="{5BAD4ECC-DB83-447A-9D89-C08131FCC8A0}" presName="node" presStyleLbl="node1" presStyleIdx="1" presStyleCnt="24">
        <dgm:presLayoutVars>
          <dgm:bulletEnabled val="1"/>
        </dgm:presLayoutVars>
      </dgm:prSet>
      <dgm:spPr/>
    </dgm:pt>
    <dgm:pt modelId="{C1C5FBF6-F033-4604-BDDB-C2867B6599DF}" type="pres">
      <dgm:prSet presAssocID="{1FF7FA75-7960-4E48-BB02-29D0D17F9E36}" presName="sibTrans" presStyleCnt="0"/>
      <dgm:spPr/>
    </dgm:pt>
    <dgm:pt modelId="{C500CD87-0864-412F-8C44-5F197DEE5415}" type="pres">
      <dgm:prSet presAssocID="{E5EAF5AD-AE8A-4772-8915-2CC94C2733BB}" presName="node" presStyleLbl="node1" presStyleIdx="2" presStyleCnt="24">
        <dgm:presLayoutVars>
          <dgm:bulletEnabled val="1"/>
        </dgm:presLayoutVars>
      </dgm:prSet>
      <dgm:spPr/>
    </dgm:pt>
    <dgm:pt modelId="{893807F4-CD2E-4EBB-A9EC-DE83100ADD05}" type="pres">
      <dgm:prSet presAssocID="{BF35325D-83B0-4B4A-AF61-38A29C6D193B}" presName="sibTrans" presStyleCnt="0"/>
      <dgm:spPr/>
    </dgm:pt>
    <dgm:pt modelId="{424AD5B5-CF12-4257-8681-89108F8D2224}" type="pres">
      <dgm:prSet presAssocID="{26637E43-CCAE-47E5-8E66-CC8B3C397331}" presName="node" presStyleLbl="node1" presStyleIdx="3" presStyleCnt="24">
        <dgm:presLayoutVars>
          <dgm:bulletEnabled val="1"/>
        </dgm:presLayoutVars>
      </dgm:prSet>
      <dgm:spPr/>
    </dgm:pt>
    <dgm:pt modelId="{7E68CF44-2392-4719-9990-1209A35EDFEA}" type="pres">
      <dgm:prSet presAssocID="{9EE0D3D9-39BB-4B6C-B796-6F4453395A4F}" presName="sibTrans" presStyleCnt="0"/>
      <dgm:spPr/>
    </dgm:pt>
    <dgm:pt modelId="{A44EDE0D-4AE3-43A9-AF7D-F38D41C56881}" type="pres">
      <dgm:prSet presAssocID="{77DEB6C3-6699-48A3-9D46-6124EA589AB8}" presName="node" presStyleLbl="node1" presStyleIdx="4" presStyleCnt="24">
        <dgm:presLayoutVars>
          <dgm:bulletEnabled val="1"/>
        </dgm:presLayoutVars>
      </dgm:prSet>
      <dgm:spPr/>
    </dgm:pt>
    <dgm:pt modelId="{496EB33E-9B09-4646-862A-A1A65B5BF8A1}" type="pres">
      <dgm:prSet presAssocID="{D7AD86DE-75C4-41FC-809A-446F870CFC7C}" presName="sibTrans" presStyleCnt="0"/>
      <dgm:spPr/>
    </dgm:pt>
    <dgm:pt modelId="{AA7612A1-A2BC-4552-8DB7-76616E46966D}" type="pres">
      <dgm:prSet presAssocID="{107A58CB-8801-4D76-A38F-785DEC95477A}" presName="node" presStyleLbl="node1" presStyleIdx="5" presStyleCnt="24">
        <dgm:presLayoutVars>
          <dgm:bulletEnabled val="1"/>
        </dgm:presLayoutVars>
      </dgm:prSet>
      <dgm:spPr/>
    </dgm:pt>
    <dgm:pt modelId="{7BA35D7D-7354-4DEB-B48C-ADF3C371E13C}" type="pres">
      <dgm:prSet presAssocID="{DAC37D46-67BD-4714-BA7F-28297A6205D9}" presName="sibTrans" presStyleCnt="0"/>
      <dgm:spPr/>
    </dgm:pt>
    <dgm:pt modelId="{7D47D3B3-322C-406B-A3C2-E74D7EF23B4C}" type="pres">
      <dgm:prSet presAssocID="{EBF19B37-149A-4E43-A64B-2E8FD2BDF781}" presName="node" presStyleLbl="node1" presStyleIdx="6" presStyleCnt="24">
        <dgm:presLayoutVars>
          <dgm:bulletEnabled val="1"/>
        </dgm:presLayoutVars>
      </dgm:prSet>
      <dgm:spPr/>
    </dgm:pt>
    <dgm:pt modelId="{93C41E64-7AA5-4319-BD00-A77925D9F40C}" type="pres">
      <dgm:prSet presAssocID="{E1C0FB1C-8745-4534-8904-C5E961355CD3}" presName="sibTrans" presStyleCnt="0"/>
      <dgm:spPr/>
    </dgm:pt>
    <dgm:pt modelId="{3D00657F-836F-4F54-B87E-BFFDE104ED3E}" type="pres">
      <dgm:prSet presAssocID="{291C4685-A9B0-4054-B861-9272CAAE1E97}" presName="node" presStyleLbl="node1" presStyleIdx="7" presStyleCnt="24">
        <dgm:presLayoutVars>
          <dgm:bulletEnabled val="1"/>
        </dgm:presLayoutVars>
      </dgm:prSet>
      <dgm:spPr/>
    </dgm:pt>
    <dgm:pt modelId="{0925885C-94F0-48D7-92A8-0CF84EDD432C}" type="pres">
      <dgm:prSet presAssocID="{BBB76606-66AF-4AF1-9A22-35D4A02BC2BC}" presName="sibTrans" presStyleCnt="0"/>
      <dgm:spPr/>
    </dgm:pt>
    <dgm:pt modelId="{1FF2B4AE-0291-4150-B0F9-509206755A91}" type="pres">
      <dgm:prSet presAssocID="{EB539F07-6C44-46EB-8390-7DFCC1B9DB11}" presName="node" presStyleLbl="node1" presStyleIdx="8" presStyleCnt="24">
        <dgm:presLayoutVars>
          <dgm:bulletEnabled val="1"/>
        </dgm:presLayoutVars>
      </dgm:prSet>
      <dgm:spPr/>
    </dgm:pt>
    <dgm:pt modelId="{8EF2974A-1CD7-41A7-A48A-6AFE1A198AAC}" type="pres">
      <dgm:prSet presAssocID="{88F8D09E-C69B-47D2-B454-2B573609DF1C}" presName="sibTrans" presStyleCnt="0"/>
      <dgm:spPr/>
    </dgm:pt>
    <dgm:pt modelId="{CBD02BC1-19CE-4D35-8D7A-3D4ED909B4A7}" type="pres">
      <dgm:prSet presAssocID="{6B295ED2-65F1-4B87-BDF6-0046F03330BC}" presName="node" presStyleLbl="node1" presStyleIdx="9" presStyleCnt="24">
        <dgm:presLayoutVars>
          <dgm:bulletEnabled val="1"/>
        </dgm:presLayoutVars>
      </dgm:prSet>
      <dgm:spPr/>
    </dgm:pt>
    <dgm:pt modelId="{39E9E6B8-129C-4471-A297-0D6A442B6724}" type="pres">
      <dgm:prSet presAssocID="{238A285F-8B57-4158-8542-173A58BCB9F1}" presName="sibTrans" presStyleCnt="0"/>
      <dgm:spPr/>
    </dgm:pt>
    <dgm:pt modelId="{66F1E4A3-76DA-467B-9F6D-6457712C845C}" type="pres">
      <dgm:prSet presAssocID="{F8B5D97E-2406-4ACD-93DE-77B3FA3FA57A}" presName="node" presStyleLbl="node1" presStyleIdx="10" presStyleCnt="24">
        <dgm:presLayoutVars>
          <dgm:bulletEnabled val="1"/>
        </dgm:presLayoutVars>
      </dgm:prSet>
      <dgm:spPr/>
    </dgm:pt>
    <dgm:pt modelId="{A86F25D5-5983-4E47-8887-C7CAB075256F}" type="pres">
      <dgm:prSet presAssocID="{7B49825B-5A2F-455E-996E-CF0A1E6F35D4}" presName="sibTrans" presStyleCnt="0"/>
      <dgm:spPr/>
    </dgm:pt>
    <dgm:pt modelId="{46D9A2FC-ABF1-4EA8-952C-BF3C3866AC3A}" type="pres">
      <dgm:prSet presAssocID="{F4C7830B-5752-40BE-AEC7-B4A49540D3E2}" presName="node" presStyleLbl="node1" presStyleIdx="11" presStyleCnt="24">
        <dgm:presLayoutVars>
          <dgm:bulletEnabled val="1"/>
        </dgm:presLayoutVars>
      </dgm:prSet>
      <dgm:spPr/>
    </dgm:pt>
    <dgm:pt modelId="{E36E66CF-E07E-48AB-9FEF-9931D303A43C}" type="pres">
      <dgm:prSet presAssocID="{A844C718-47D1-48E1-93FD-E70EF41F852B}" presName="sibTrans" presStyleCnt="0"/>
      <dgm:spPr/>
    </dgm:pt>
    <dgm:pt modelId="{4CFEAEFF-A275-47CB-97B6-5B9DAC61AF84}" type="pres">
      <dgm:prSet presAssocID="{41A3FBB2-4EF5-40C3-BC01-3DA4335D875E}" presName="node" presStyleLbl="node1" presStyleIdx="12" presStyleCnt="24">
        <dgm:presLayoutVars>
          <dgm:bulletEnabled val="1"/>
        </dgm:presLayoutVars>
      </dgm:prSet>
      <dgm:spPr/>
    </dgm:pt>
    <dgm:pt modelId="{9FBB699E-B22E-4A2E-AD63-A6D7E946A194}" type="pres">
      <dgm:prSet presAssocID="{BC25A441-5746-4FF5-9229-82FDB9962722}" presName="sibTrans" presStyleCnt="0"/>
      <dgm:spPr/>
    </dgm:pt>
    <dgm:pt modelId="{674C1EF3-5390-4A51-9B15-41176157F80B}" type="pres">
      <dgm:prSet presAssocID="{F72CD7D4-628E-4359-A814-F2C92528CB28}" presName="node" presStyleLbl="node1" presStyleIdx="13" presStyleCnt="24">
        <dgm:presLayoutVars>
          <dgm:bulletEnabled val="1"/>
        </dgm:presLayoutVars>
      </dgm:prSet>
      <dgm:spPr/>
    </dgm:pt>
    <dgm:pt modelId="{4923D0BD-BF43-4665-8D1B-DDA297E98835}" type="pres">
      <dgm:prSet presAssocID="{04C7F52D-3BEF-458C-A765-825B5BD6DA48}" presName="sibTrans" presStyleCnt="0"/>
      <dgm:spPr/>
    </dgm:pt>
    <dgm:pt modelId="{E87397C0-4D62-4E97-B3AB-50AC434F5792}" type="pres">
      <dgm:prSet presAssocID="{27D6DC8D-7663-447E-A4E8-E33A6C1BFE53}" presName="node" presStyleLbl="node1" presStyleIdx="14" presStyleCnt="24">
        <dgm:presLayoutVars>
          <dgm:bulletEnabled val="1"/>
        </dgm:presLayoutVars>
      </dgm:prSet>
      <dgm:spPr/>
    </dgm:pt>
    <dgm:pt modelId="{C0558909-A1C4-46B9-9102-01D8E79C17E6}" type="pres">
      <dgm:prSet presAssocID="{A26CB64B-CB02-4936-8DAD-B7ED2A127982}" presName="sibTrans" presStyleCnt="0"/>
      <dgm:spPr/>
    </dgm:pt>
    <dgm:pt modelId="{2321868D-8711-41AB-923C-7A5C87422DF4}" type="pres">
      <dgm:prSet presAssocID="{C51F026E-D471-4AB2-B445-C263B6108B24}" presName="node" presStyleLbl="node1" presStyleIdx="15" presStyleCnt="24">
        <dgm:presLayoutVars>
          <dgm:bulletEnabled val="1"/>
        </dgm:presLayoutVars>
      </dgm:prSet>
      <dgm:spPr/>
    </dgm:pt>
    <dgm:pt modelId="{1CFBD35C-F59E-4E8D-977B-9F816F3D65F4}" type="pres">
      <dgm:prSet presAssocID="{E79DE07F-800D-41A6-BC7D-1FB0032D9CBD}" presName="sibTrans" presStyleCnt="0"/>
      <dgm:spPr/>
    </dgm:pt>
    <dgm:pt modelId="{EC1286A6-33CE-47A9-B725-000B207D870B}" type="pres">
      <dgm:prSet presAssocID="{15A633C7-7CCD-4A99-B3E3-CF2FB099FEC3}" presName="node" presStyleLbl="node1" presStyleIdx="16" presStyleCnt="24">
        <dgm:presLayoutVars>
          <dgm:bulletEnabled val="1"/>
        </dgm:presLayoutVars>
      </dgm:prSet>
      <dgm:spPr/>
    </dgm:pt>
    <dgm:pt modelId="{D4D55D66-C2D1-40E9-AF8A-EFC0C9639DF5}" type="pres">
      <dgm:prSet presAssocID="{0E31DE81-13E5-44FA-83C4-AC4D25608787}" presName="sibTrans" presStyleCnt="0"/>
      <dgm:spPr/>
    </dgm:pt>
    <dgm:pt modelId="{091A7588-E71C-4932-82BA-2C9E91EB7455}" type="pres">
      <dgm:prSet presAssocID="{19F036F4-E86B-4CB3-A71F-0C11B962E06B}" presName="node" presStyleLbl="node1" presStyleIdx="17" presStyleCnt="24">
        <dgm:presLayoutVars>
          <dgm:bulletEnabled val="1"/>
        </dgm:presLayoutVars>
      </dgm:prSet>
      <dgm:spPr/>
    </dgm:pt>
    <dgm:pt modelId="{95E8E644-9DE2-4701-A612-EF382258667A}" type="pres">
      <dgm:prSet presAssocID="{E352DAB8-7403-4FDE-A6E2-7CB3B5D7C7B5}" presName="sibTrans" presStyleCnt="0"/>
      <dgm:spPr/>
    </dgm:pt>
    <dgm:pt modelId="{EFED68C6-F53F-4EB6-8893-E7FC2C15AD95}" type="pres">
      <dgm:prSet presAssocID="{328A00A5-6D14-4A01-8E10-0E5A156C5A5A}" presName="node" presStyleLbl="node1" presStyleIdx="18" presStyleCnt="24">
        <dgm:presLayoutVars>
          <dgm:bulletEnabled val="1"/>
        </dgm:presLayoutVars>
      </dgm:prSet>
      <dgm:spPr/>
    </dgm:pt>
    <dgm:pt modelId="{2E0D4216-2AF9-4110-92FD-7476C0FDFBD7}" type="pres">
      <dgm:prSet presAssocID="{414A4D41-204A-42DB-B128-4201A05177C4}" presName="sibTrans" presStyleCnt="0"/>
      <dgm:spPr/>
    </dgm:pt>
    <dgm:pt modelId="{19E36B14-00AB-48FC-AEF7-51090E65115A}" type="pres">
      <dgm:prSet presAssocID="{42630473-9E20-4119-A90B-886709E38EB5}" presName="node" presStyleLbl="node1" presStyleIdx="19" presStyleCnt="24">
        <dgm:presLayoutVars>
          <dgm:bulletEnabled val="1"/>
        </dgm:presLayoutVars>
      </dgm:prSet>
      <dgm:spPr/>
    </dgm:pt>
    <dgm:pt modelId="{356FCDBE-CE28-4F2C-8A64-42027512ED61}" type="pres">
      <dgm:prSet presAssocID="{BD0841B0-C4BB-4219-BE87-DD38F57B869F}" presName="sibTrans" presStyleCnt="0"/>
      <dgm:spPr/>
    </dgm:pt>
    <dgm:pt modelId="{DF107F42-C375-42BD-8F28-690ECA98FF35}" type="pres">
      <dgm:prSet presAssocID="{4F1BBC02-EB6D-4E2C-8DD0-0A41EA20DC21}" presName="node" presStyleLbl="node1" presStyleIdx="20" presStyleCnt="24">
        <dgm:presLayoutVars>
          <dgm:bulletEnabled val="1"/>
        </dgm:presLayoutVars>
      </dgm:prSet>
      <dgm:spPr/>
    </dgm:pt>
    <dgm:pt modelId="{B3FAC94D-42C2-4DCE-99DA-C523E47CE15D}" type="pres">
      <dgm:prSet presAssocID="{E4482A8F-E57A-4B94-A116-B8B60793129D}" presName="sibTrans" presStyleCnt="0"/>
      <dgm:spPr/>
    </dgm:pt>
    <dgm:pt modelId="{436FC99E-B12F-4C39-9752-859F8015E0B4}" type="pres">
      <dgm:prSet presAssocID="{825D5CC2-5E70-4DC0-9714-FA204C2B5876}" presName="node" presStyleLbl="node1" presStyleIdx="21" presStyleCnt="24">
        <dgm:presLayoutVars>
          <dgm:bulletEnabled val="1"/>
        </dgm:presLayoutVars>
      </dgm:prSet>
      <dgm:spPr/>
    </dgm:pt>
    <dgm:pt modelId="{EAFEE0AF-7E52-4836-8D0A-1B5EEC6FA1E5}" type="pres">
      <dgm:prSet presAssocID="{3D3C3346-AE2B-418E-B4D0-86BBB16A6BD6}" presName="sibTrans" presStyleCnt="0"/>
      <dgm:spPr/>
    </dgm:pt>
    <dgm:pt modelId="{9F59116E-7CF9-4B9C-82ED-960EC7083DA4}" type="pres">
      <dgm:prSet presAssocID="{B03727FA-4501-4AAC-BE99-2BDA21607973}" presName="node" presStyleLbl="node1" presStyleIdx="22" presStyleCnt="24">
        <dgm:presLayoutVars>
          <dgm:bulletEnabled val="1"/>
        </dgm:presLayoutVars>
      </dgm:prSet>
      <dgm:spPr/>
    </dgm:pt>
    <dgm:pt modelId="{9B1D8C96-E6B4-4BE4-B48F-263F63238068}" type="pres">
      <dgm:prSet presAssocID="{2B873391-0851-4900-A5F7-8A6E1CBD6959}" presName="sibTrans" presStyleCnt="0"/>
      <dgm:spPr/>
    </dgm:pt>
    <dgm:pt modelId="{F0D79E25-F59B-4F3A-98D8-CA2CADC62F90}" type="pres">
      <dgm:prSet presAssocID="{5D121E1A-1C82-4EA5-982A-604B6DF574CA}" presName="node" presStyleLbl="node1" presStyleIdx="23" presStyleCnt="24">
        <dgm:presLayoutVars>
          <dgm:bulletEnabled val="1"/>
        </dgm:presLayoutVars>
      </dgm:prSet>
      <dgm:spPr/>
    </dgm:pt>
  </dgm:ptLst>
  <dgm:cxnLst>
    <dgm:cxn modelId="{4E907800-193D-4A3D-9A1E-75F8BC0B6F9F}" type="presOf" srcId="{5BAD4ECC-DB83-447A-9D89-C08131FCC8A0}" destId="{1F92C2EE-4CD1-478E-92B5-9306549F744D}" srcOrd="0" destOrd="0" presId="urn:microsoft.com/office/officeart/2005/8/layout/default"/>
    <dgm:cxn modelId="{75748801-C681-4172-9D95-7384A90CD4A7}" srcId="{7F4B3FF3-C992-4F6E-B6CD-73CB42405059}" destId="{825D5CC2-5E70-4DC0-9714-FA204C2B5876}" srcOrd="21" destOrd="0" parTransId="{C101A3BA-1D85-4D44-B613-FD35E17AD3A9}" sibTransId="{3D3C3346-AE2B-418E-B4D0-86BBB16A6BD6}"/>
    <dgm:cxn modelId="{92EA7A03-F7AB-4F91-94A9-2FAAA9114516}" srcId="{7F4B3FF3-C992-4F6E-B6CD-73CB42405059}" destId="{B03727FA-4501-4AAC-BE99-2BDA21607973}" srcOrd="22" destOrd="0" parTransId="{D71DFC05-997D-4EF1-A662-3F9B6026C928}" sibTransId="{2B873391-0851-4900-A5F7-8A6E1CBD6959}"/>
    <dgm:cxn modelId="{FCED8B03-65C6-42A9-A874-39CC0E3D4B18}" type="presOf" srcId="{B96E65DD-C870-418C-94DD-19D2BF4DAC5E}" destId="{E581465A-C0E5-44FB-88F4-D93FB0E227F6}" srcOrd="0" destOrd="0" presId="urn:microsoft.com/office/officeart/2005/8/layout/default"/>
    <dgm:cxn modelId="{D11C4810-78FF-42BD-97C9-98B25C61E73A}" type="presOf" srcId="{7F4B3FF3-C992-4F6E-B6CD-73CB42405059}" destId="{6A4B6FEC-D719-4298-A5BB-2D4ADF8B038D}" srcOrd="0" destOrd="0" presId="urn:microsoft.com/office/officeart/2005/8/layout/default"/>
    <dgm:cxn modelId="{9E2E8C10-4803-42F4-8FF2-8FF87737164E}" srcId="{7F4B3FF3-C992-4F6E-B6CD-73CB42405059}" destId="{F72CD7D4-628E-4359-A814-F2C92528CB28}" srcOrd="13" destOrd="0" parTransId="{BF8C6D15-AD29-4E82-BFB2-98E287F6B1E9}" sibTransId="{04C7F52D-3BEF-458C-A765-825B5BD6DA48}"/>
    <dgm:cxn modelId="{F0681716-9481-4235-94E2-124A96583674}" srcId="{7F4B3FF3-C992-4F6E-B6CD-73CB42405059}" destId="{291C4685-A9B0-4054-B861-9272CAAE1E97}" srcOrd="7" destOrd="0" parTransId="{FCE25922-378B-477D-8F04-340723D7F929}" sibTransId="{BBB76606-66AF-4AF1-9A22-35D4A02BC2BC}"/>
    <dgm:cxn modelId="{94973F18-A026-4CA4-8D02-1647DEB873A7}" srcId="{7F4B3FF3-C992-4F6E-B6CD-73CB42405059}" destId="{42630473-9E20-4119-A90B-886709E38EB5}" srcOrd="19" destOrd="0" parTransId="{627D4EFA-4D4C-493E-862E-0EF70CD554E0}" sibTransId="{BD0841B0-C4BB-4219-BE87-DD38F57B869F}"/>
    <dgm:cxn modelId="{8AC30919-2382-4D36-BBBB-60C575ECCC9D}" type="presOf" srcId="{41A3FBB2-4EF5-40C3-BC01-3DA4335D875E}" destId="{4CFEAEFF-A275-47CB-97B6-5B9DAC61AF84}" srcOrd="0" destOrd="0" presId="urn:microsoft.com/office/officeart/2005/8/layout/default"/>
    <dgm:cxn modelId="{8CF10A1B-888E-445A-B3C0-3F0C45DD6A26}" srcId="{7F4B3FF3-C992-4F6E-B6CD-73CB42405059}" destId="{15A633C7-7CCD-4A99-B3E3-CF2FB099FEC3}" srcOrd="16" destOrd="0" parTransId="{3E6CBF32-B8CF-4E39-96FE-28A6D241D148}" sibTransId="{0E31DE81-13E5-44FA-83C4-AC4D25608787}"/>
    <dgm:cxn modelId="{B5F59221-957E-4590-BD04-A6FBAAA22A24}" srcId="{7F4B3FF3-C992-4F6E-B6CD-73CB42405059}" destId="{107A58CB-8801-4D76-A38F-785DEC95477A}" srcOrd="5" destOrd="0" parTransId="{B7BB3974-D3C4-46DC-93E8-6D272A5B2C72}" sibTransId="{DAC37D46-67BD-4714-BA7F-28297A6205D9}"/>
    <dgm:cxn modelId="{4993A521-59DE-4415-8B27-575B99B2D412}" srcId="{7F4B3FF3-C992-4F6E-B6CD-73CB42405059}" destId="{41A3FBB2-4EF5-40C3-BC01-3DA4335D875E}" srcOrd="12" destOrd="0" parTransId="{D0E09DB9-9F3D-4A8C-8CFF-417B101F7B74}" sibTransId="{BC25A441-5746-4FF5-9229-82FDB9962722}"/>
    <dgm:cxn modelId="{712C6323-0981-4AAE-BF25-02A8B943C0F8}" srcId="{7F4B3FF3-C992-4F6E-B6CD-73CB42405059}" destId="{4F1BBC02-EB6D-4E2C-8DD0-0A41EA20DC21}" srcOrd="20" destOrd="0" parTransId="{C670FE9C-2542-4E3C-8F85-FF5AF398DBB1}" sibTransId="{E4482A8F-E57A-4B94-A116-B8B60793129D}"/>
    <dgm:cxn modelId="{E241C723-FBBA-4D90-82B3-097915FC0A23}" srcId="{7F4B3FF3-C992-4F6E-B6CD-73CB42405059}" destId="{E5EAF5AD-AE8A-4772-8915-2CC94C2733BB}" srcOrd="2" destOrd="0" parTransId="{EB3B8A22-3234-450F-ABCC-A0B56BD310B9}" sibTransId="{BF35325D-83B0-4B4A-AF61-38A29C6D193B}"/>
    <dgm:cxn modelId="{DD1B752D-AE66-4096-BCCB-7E2B52D9DDFE}" type="presOf" srcId="{825D5CC2-5E70-4DC0-9714-FA204C2B5876}" destId="{436FC99E-B12F-4C39-9752-859F8015E0B4}" srcOrd="0" destOrd="0" presId="urn:microsoft.com/office/officeart/2005/8/layout/default"/>
    <dgm:cxn modelId="{3014995B-BBFD-4508-B2FD-14AEA0547C86}" srcId="{7F4B3FF3-C992-4F6E-B6CD-73CB42405059}" destId="{5BAD4ECC-DB83-447A-9D89-C08131FCC8A0}" srcOrd="1" destOrd="0" parTransId="{F2A4192E-1F0E-4F73-B6B1-DD1C84C27D3D}" sibTransId="{1FF7FA75-7960-4E48-BB02-29D0D17F9E36}"/>
    <dgm:cxn modelId="{3530075D-A6FE-45D8-8126-FB8F3B6653A8}" type="presOf" srcId="{B03727FA-4501-4AAC-BE99-2BDA21607973}" destId="{9F59116E-7CF9-4B9C-82ED-960EC7083DA4}" srcOrd="0" destOrd="0" presId="urn:microsoft.com/office/officeart/2005/8/layout/default"/>
    <dgm:cxn modelId="{41BD7A5F-4CB8-4109-A5C1-8590A23F5261}" srcId="{7F4B3FF3-C992-4F6E-B6CD-73CB42405059}" destId="{B96E65DD-C870-418C-94DD-19D2BF4DAC5E}" srcOrd="0" destOrd="0" parTransId="{B2893D64-4395-4B69-8665-DFB7CE68D154}" sibTransId="{D9ABDF28-D2F7-4947-AD80-5B1DDEF6CE23}"/>
    <dgm:cxn modelId="{DF439562-6BD5-43B2-94CD-0F4A0006BF94}" type="presOf" srcId="{328A00A5-6D14-4A01-8E10-0E5A156C5A5A}" destId="{EFED68C6-F53F-4EB6-8893-E7FC2C15AD95}" srcOrd="0" destOrd="0" presId="urn:microsoft.com/office/officeart/2005/8/layout/default"/>
    <dgm:cxn modelId="{D7BE3F50-8DF9-4DBF-A523-821E51F73C78}" type="presOf" srcId="{F8B5D97E-2406-4ACD-93DE-77B3FA3FA57A}" destId="{66F1E4A3-76DA-467B-9F6D-6457712C845C}" srcOrd="0" destOrd="0" presId="urn:microsoft.com/office/officeart/2005/8/layout/default"/>
    <dgm:cxn modelId="{6EFE8451-3F20-4A9D-A42D-9FAAA57DD0EB}" type="presOf" srcId="{F4C7830B-5752-40BE-AEC7-B4A49540D3E2}" destId="{46D9A2FC-ABF1-4EA8-952C-BF3C3866AC3A}" srcOrd="0" destOrd="0" presId="urn:microsoft.com/office/officeart/2005/8/layout/default"/>
    <dgm:cxn modelId="{B3865D72-97F1-45F1-82A2-7284C9B84CD2}" type="presOf" srcId="{6B295ED2-65F1-4B87-BDF6-0046F03330BC}" destId="{CBD02BC1-19CE-4D35-8D7A-3D4ED909B4A7}" srcOrd="0" destOrd="0" presId="urn:microsoft.com/office/officeart/2005/8/layout/default"/>
    <dgm:cxn modelId="{289BA976-166D-4003-8804-02EE432DE1F7}" type="presOf" srcId="{27D6DC8D-7663-447E-A4E8-E33A6C1BFE53}" destId="{E87397C0-4D62-4E97-B3AB-50AC434F5792}" srcOrd="0" destOrd="0" presId="urn:microsoft.com/office/officeart/2005/8/layout/default"/>
    <dgm:cxn modelId="{29785F79-0AB8-45F6-BDFB-760B157C98E6}" type="presOf" srcId="{15A633C7-7CCD-4A99-B3E3-CF2FB099FEC3}" destId="{EC1286A6-33CE-47A9-B725-000B207D870B}" srcOrd="0" destOrd="0" presId="urn:microsoft.com/office/officeart/2005/8/layout/default"/>
    <dgm:cxn modelId="{95DA4F7C-676C-414A-AA8A-EEAC3DE7308C}" srcId="{7F4B3FF3-C992-4F6E-B6CD-73CB42405059}" destId="{27D6DC8D-7663-447E-A4E8-E33A6C1BFE53}" srcOrd="14" destOrd="0" parTransId="{475B2772-0F91-472A-8307-9509C713F433}" sibTransId="{A26CB64B-CB02-4936-8DAD-B7ED2A127982}"/>
    <dgm:cxn modelId="{D94E3882-C817-444E-A27E-9A3CEAF953CC}" type="presOf" srcId="{4F1BBC02-EB6D-4E2C-8DD0-0A41EA20DC21}" destId="{DF107F42-C375-42BD-8F28-690ECA98FF35}" srcOrd="0" destOrd="0" presId="urn:microsoft.com/office/officeart/2005/8/layout/default"/>
    <dgm:cxn modelId="{BE7AB089-CDD8-4568-8E7B-7BA4EC9AB487}" type="presOf" srcId="{19F036F4-E86B-4CB3-A71F-0C11B962E06B}" destId="{091A7588-E71C-4932-82BA-2C9E91EB7455}" srcOrd="0" destOrd="0" presId="urn:microsoft.com/office/officeart/2005/8/layout/default"/>
    <dgm:cxn modelId="{847E7094-56B8-4BB5-847A-814C9B5F251A}" srcId="{7F4B3FF3-C992-4F6E-B6CD-73CB42405059}" destId="{C51F026E-D471-4AB2-B445-C263B6108B24}" srcOrd="15" destOrd="0" parTransId="{5EEB0DB5-64EF-41FE-A0D6-B3AD48D6DA75}" sibTransId="{E79DE07F-800D-41A6-BC7D-1FB0032D9CBD}"/>
    <dgm:cxn modelId="{F7BD59A4-DCA7-4BB9-9A87-4B0D11B7E9E5}" type="presOf" srcId="{107A58CB-8801-4D76-A38F-785DEC95477A}" destId="{AA7612A1-A2BC-4552-8DB7-76616E46966D}" srcOrd="0" destOrd="0" presId="urn:microsoft.com/office/officeart/2005/8/layout/default"/>
    <dgm:cxn modelId="{437EFFA5-11C8-4887-9790-538BD20FA19E}" srcId="{7F4B3FF3-C992-4F6E-B6CD-73CB42405059}" destId="{F8B5D97E-2406-4ACD-93DE-77B3FA3FA57A}" srcOrd="10" destOrd="0" parTransId="{D57FAE9B-E641-41FE-8DA5-076BF7901BF1}" sibTransId="{7B49825B-5A2F-455E-996E-CF0A1E6F35D4}"/>
    <dgm:cxn modelId="{192E2EC3-1150-4BF3-AEE4-EA9B9567DECA}" type="presOf" srcId="{42630473-9E20-4119-A90B-886709E38EB5}" destId="{19E36B14-00AB-48FC-AEF7-51090E65115A}" srcOrd="0" destOrd="0" presId="urn:microsoft.com/office/officeart/2005/8/layout/default"/>
    <dgm:cxn modelId="{EE7291C8-3587-4019-A077-4F567EEBFC37}" srcId="{7F4B3FF3-C992-4F6E-B6CD-73CB42405059}" destId="{328A00A5-6D14-4A01-8E10-0E5A156C5A5A}" srcOrd="18" destOrd="0" parTransId="{D090EF32-6121-4718-AA8D-31E8E885DBC6}" sibTransId="{414A4D41-204A-42DB-B128-4201A05177C4}"/>
    <dgm:cxn modelId="{7CBCA3CF-6522-4409-B5EC-D14BD257A2E5}" srcId="{7F4B3FF3-C992-4F6E-B6CD-73CB42405059}" destId="{EBF19B37-149A-4E43-A64B-2E8FD2BDF781}" srcOrd="6" destOrd="0" parTransId="{6DBB0F27-8732-428E-845E-E1394B48E582}" sibTransId="{E1C0FB1C-8745-4534-8904-C5E961355CD3}"/>
    <dgm:cxn modelId="{D3577DD4-1F67-4FE4-9060-5E18098B06AB}" srcId="{7F4B3FF3-C992-4F6E-B6CD-73CB42405059}" destId="{6B295ED2-65F1-4B87-BDF6-0046F03330BC}" srcOrd="9" destOrd="0" parTransId="{57CEF153-B48C-4B75-AE0B-A8EF94598E01}" sibTransId="{238A285F-8B57-4158-8542-173A58BCB9F1}"/>
    <dgm:cxn modelId="{9868C3D7-3BD4-4C6D-9C78-82D60481F820}" type="presOf" srcId="{291C4685-A9B0-4054-B861-9272CAAE1E97}" destId="{3D00657F-836F-4F54-B87E-BFFDE104ED3E}" srcOrd="0" destOrd="0" presId="urn:microsoft.com/office/officeart/2005/8/layout/default"/>
    <dgm:cxn modelId="{167DB0DA-972D-498E-AD46-A6EF95B69D72}" type="presOf" srcId="{E5EAF5AD-AE8A-4772-8915-2CC94C2733BB}" destId="{C500CD87-0864-412F-8C44-5F197DEE5415}" srcOrd="0" destOrd="0" presId="urn:microsoft.com/office/officeart/2005/8/layout/default"/>
    <dgm:cxn modelId="{D74382E3-05E6-4F84-8A0C-8693F587F08B}" type="presOf" srcId="{5D121E1A-1C82-4EA5-982A-604B6DF574CA}" destId="{F0D79E25-F59B-4F3A-98D8-CA2CADC62F90}" srcOrd="0" destOrd="0" presId="urn:microsoft.com/office/officeart/2005/8/layout/default"/>
    <dgm:cxn modelId="{26E523E7-0EDE-49E7-A85C-435DF94BF305}" type="presOf" srcId="{EBF19B37-149A-4E43-A64B-2E8FD2BDF781}" destId="{7D47D3B3-322C-406B-A3C2-E74D7EF23B4C}" srcOrd="0" destOrd="0" presId="urn:microsoft.com/office/officeart/2005/8/layout/default"/>
    <dgm:cxn modelId="{27F23BE9-F1F7-4781-91D6-268B2845AC67}" srcId="{7F4B3FF3-C992-4F6E-B6CD-73CB42405059}" destId="{EB539F07-6C44-46EB-8390-7DFCC1B9DB11}" srcOrd="8" destOrd="0" parTransId="{FF8B3B3D-47B2-4DE4-BF22-B62EAB47DC21}" sibTransId="{88F8D09E-C69B-47D2-B454-2B573609DF1C}"/>
    <dgm:cxn modelId="{946CA0E9-B1C0-47AD-8743-94690CAB0AC3}" srcId="{7F4B3FF3-C992-4F6E-B6CD-73CB42405059}" destId="{26637E43-CCAE-47E5-8E66-CC8B3C397331}" srcOrd="3" destOrd="0" parTransId="{AA23FDB4-0D21-417D-B749-09FF310625F4}" sibTransId="{9EE0D3D9-39BB-4B6C-B796-6F4453395A4F}"/>
    <dgm:cxn modelId="{714A48EC-C10E-45C9-8B52-B3B6E86EAD4E}" srcId="{7F4B3FF3-C992-4F6E-B6CD-73CB42405059}" destId="{77DEB6C3-6699-48A3-9D46-6124EA589AB8}" srcOrd="4" destOrd="0" parTransId="{2EA7D8BC-AC93-456E-9435-ED881C1FA65B}" sibTransId="{D7AD86DE-75C4-41FC-809A-446F870CFC7C}"/>
    <dgm:cxn modelId="{846C81ED-9257-4C45-B064-3CD92EB2D4F3}" type="presOf" srcId="{C51F026E-D471-4AB2-B445-C263B6108B24}" destId="{2321868D-8711-41AB-923C-7A5C87422DF4}" srcOrd="0" destOrd="0" presId="urn:microsoft.com/office/officeart/2005/8/layout/default"/>
    <dgm:cxn modelId="{6F0012F2-959A-4BF1-98C1-4AA96004CA11}" srcId="{7F4B3FF3-C992-4F6E-B6CD-73CB42405059}" destId="{F4C7830B-5752-40BE-AEC7-B4A49540D3E2}" srcOrd="11" destOrd="0" parTransId="{9808D0B1-DB31-4DA8-ABC9-7652098D8E96}" sibTransId="{A844C718-47D1-48E1-93FD-E70EF41F852B}"/>
    <dgm:cxn modelId="{ACE1A0F3-30E2-49E6-A0AC-16E885493332}" type="presOf" srcId="{EB539F07-6C44-46EB-8390-7DFCC1B9DB11}" destId="{1FF2B4AE-0291-4150-B0F9-509206755A91}" srcOrd="0" destOrd="0" presId="urn:microsoft.com/office/officeart/2005/8/layout/default"/>
    <dgm:cxn modelId="{B36E15F8-ABC6-4DA5-8C7A-E72FD3CFB6DF}" srcId="{7F4B3FF3-C992-4F6E-B6CD-73CB42405059}" destId="{19F036F4-E86B-4CB3-A71F-0C11B962E06B}" srcOrd="17" destOrd="0" parTransId="{24800926-D0DD-4D56-8E46-4E7B64905D0B}" sibTransId="{E352DAB8-7403-4FDE-A6E2-7CB3B5D7C7B5}"/>
    <dgm:cxn modelId="{6D355EF9-786C-470A-A5E0-2F58139C562C}" type="presOf" srcId="{26637E43-CCAE-47E5-8E66-CC8B3C397331}" destId="{424AD5B5-CF12-4257-8681-89108F8D2224}" srcOrd="0" destOrd="0" presId="urn:microsoft.com/office/officeart/2005/8/layout/default"/>
    <dgm:cxn modelId="{15D500FA-8F7F-4178-A303-7DD4CDAA8EAE}" type="presOf" srcId="{F72CD7D4-628E-4359-A814-F2C92528CB28}" destId="{674C1EF3-5390-4A51-9B15-41176157F80B}" srcOrd="0" destOrd="0" presId="urn:microsoft.com/office/officeart/2005/8/layout/default"/>
    <dgm:cxn modelId="{101926FA-1589-4AA2-936D-E2F0040E85D6}" srcId="{7F4B3FF3-C992-4F6E-B6CD-73CB42405059}" destId="{5D121E1A-1C82-4EA5-982A-604B6DF574CA}" srcOrd="23" destOrd="0" parTransId="{FD742C19-4630-49AF-9BCF-5F34A2316A27}" sibTransId="{7060FC16-F03D-44AB-BE6E-551AE6385FAA}"/>
    <dgm:cxn modelId="{D58762FF-8D68-425F-8A91-B6D9572CB31B}" type="presOf" srcId="{77DEB6C3-6699-48A3-9D46-6124EA589AB8}" destId="{A44EDE0D-4AE3-43A9-AF7D-F38D41C56881}" srcOrd="0" destOrd="0" presId="urn:microsoft.com/office/officeart/2005/8/layout/default"/>
    <dgm:cxn modelId="{06176B5D-78F2-42DD-A9F2-A6CF4B7A82D7}" type="presParOf" srcId="{6A4B6FEC-D719-4298-A5BB-2D4ADF8B038D}" destId="{E581465A-C0E5-44FB-88F4-D93FB0E227F6}" srcOrd="0" destOrd="0" presId="urn:microsoft.com/office/officeart/2005/8/layout/default"/>
    <dgm:cxn modelId="{DBA6EA4F-BD1D-4AA4-A7DA-B84DF6DA6E54}" type="presParOf" srcId="{6A4B6FEC-D719-4298-A5BB-2D4ADF8B038D}" destId="{49CE400D-4E40-4910-929E-2E4831C57D01}" srcOrd="1" destOrd="0" presId="urn:microsoft.com/office/officeart/2005/8/layout/default"/>
    <dgm:cxn modelId="{324A2364-659B-45F8-ADB6-1C9C7B97E354}" type="presParOf" srcId="{6A4B6FEC-D719-4298-A5BB-2D4ADF8B038D}" destId="{1F92C2EE-4CD1-478E-92B5-9306549F744D}" srcOrd="2" destOrd="0" presId="urn:microsoft.com/office/officeart/2005/8/layout/default"/>
    <dgm:cxn modelId="{AAF79221-7C95-4CBC-9507-23FB33492AC6}" type="presParOf" srcId="{6A4B6FEC-D719-4298-A5BB-2D4ADF8B038D}" destId="{C1C5FBF6-F033-4604-BDDB-C2867B6599DF}" srcOrd="3" destOrd="0" presId="urn:microsoft.com/office/officeart/2005/8/layout/default"/>
    <dgm:cxn modelId="{C1D74FEC-3AD3-41AD-A03A-69B1EAE437A9}" type="presParOf" srcId="{6A4B6FEC-D719-4298-A5BB-2D4ADF8B038D}" destId="{C500CD87-0864-412F-8C44-5F197DEE5415}" srcOrd="4" destOrd="0" presId="urn:microsoft.com/office/officeart/2005/8/layout/default"/>
    <dgm:cxn modelId="{BEF46AF8-702D-4834-B81F-2CF9AA69DCDB}" type="presParOf" srcId="{6A4B6FEC-D719-4298-A5BB-2D4ADF8B038D}" destId="{893807F4-CD2E-4EBB-A9EC-DE83100ADD05}" srcOrd="5" destOrd="0" presId="urn:microsoft.com/office/officeart/2005/8/layout/default"/>
    <dgm:cxn modelId="{3EECAC84-0D5C-48ED-B463-1B34376F320E}" type="presParOf" srcId="{6A4B6FEC-D719-4298-A5BB-2D4ADF8B038D}" destId="{424AD5B5-CF12-4257-8681-89108F8D2224}" srcOrd="6" destOrd="0" presId="urn:microsoft.com/office/officeart/2005/8/layout/default"/>
    <dgm:cxn modelId="{8EBD2C6E-9B85-4C9E-BF98-0DD8B4327F88}" type="presParOf" srcId="{6A4B6FEC-D719-4298-A5BB-2D4ADF8B038D}" destId="{7E68CF44-2392-4719-9990-1209A35EDFEA}" srcOrd="7" destOrd="0" presId="urn:microsoft.com/office/officeart/2005/8/layout/default"/>
    <dgm:cxn modelId="{B6D8B1DC-E9DC-4911-90D4-CECE1C84A82C}" type="presParOf" srcId="{6A4B6FEC-D719-4298-A5BB-2D4ADF8B038D}" destId="{A44EDE0D-4AE3-43A9-AF7D-F38D41C56881}" srcOrd="8" destOrd="0" presId="urn:microsoft.com/office/officeart/2005/8/layout/default"/>
    <dgm:cxn modelId="{64376C93-C1C9-4249-AF76-C18FD57D870D}" type="presParOf" srcId="{6A4B6FEC-D719-4298-A5BB-2D4ADF8B038D}" destId="{496EB33E-9B09-4646-862A-A1A65B5BF8A1}" srcOrd="9" destOrd="0" presId="urn:microsoft.com/office/officeart/2005/8/layout/default"/>
    <dgm:cxn modelId="{371D2A36-160F-4D3D-B2DB-8CB617A96EF5}" type="presParOf" srcId="{6A4B6FEC-D719-4298-A5BB-2D4ADF8B038D}" destId="{AA7612A1-A2BC-4552-8DB7-76616E46966D}" srcOrd="10" destOrd="0" presId="urn:microsoft.com/office/officeart/2005/8/layout/default"/>
    <dgm:cxn modelId="{E3C473D8-CA67-4BC2-9EE9-1AAE3F67CA21}" type="presParOf" srcId="{6A4B6FEC-D719-4298-A5BB-2D4ADF8B038D}" destId="{7BA35D7D-7354-4DEB-B48C-ADF3C371E13C}" srcOrd="11" destOrd="0" presId="urn:microsoft.com/office/officeart/2005/8/layout/default"/>
    <dgm:cxn modelId="{02EFDF38-58CD-4EED-8F28-F3961B366345}" type="presParOf" srcId="{6A4B6FEC-D719-4298-A5BB-2D4ADF8B038D}" destId="{7D47D3B3-322C-406B-A3C2-E74D7EF23B4C}" srcOrd="12" destOrd="0" presId="urn:microsoft.com/office/officeart/2005/8/layout/default"/>
    <dgm:cxn modelId="{A540A988-369B-4962-B504-2CD5727ECCAB}" type="presParOf" srcId="{6A4B6FEC-D719-4298-A5BB-2D4ADF8B038D}" destId="{93C41E64-7AA5-4319-BD00-A77925D9F40C}" srcOrd="13" destOrd="0" presId="urn:microsoft.com/office/officeart/2005/8/layout/default"/>
    <dgm:cxn modelId="{DD5DA23B-CF24-49E0-9CF5-138BFFB1E732}" type="presParOf" srcId="{6A4B6FEC-D719-4298-A5BB-2D4ADF8B038D}" destId="{3D00657F-836F-4F54-B87E-BFFDE104ED3E}" srcOrd="14" destOrd="0" presId="urn:microsoft.com/office/officeart/2005/8/layout/default"/>
    <dgm:cxn modelId="{AD54D7D8-9DDD-46C8-BC88-1E6D4229C75B}" type="presParOf" srcId="{6A4B6FEC-D719-4298-A5BB-2D4ADF8B038D}" destId="{0925885C-94F0-48D7-92A8-0CF84EDD432C}" srcOrd="15" destOrd="0" presId="urn:microsoft.com/office/officeart/2005/8/layout/default"/>
    <dgm:cxn modelId="{5FA1DF18-E703-456C-99E7-D4326692C1E5}" type="presParOf" srcId="{6A4B6FEC-D719-4298-A5BB-2D4ADF8B038D}" destId="{1FF2B4AE-0291-4150-B0F9-509206755A91}" srcOrd="16" destOrd="0" presId="urn:microsoft.com/office/officeart/2005/8/layout/default"/>
    <dgm:cxn modelId="{55745896-1CCB-4BDC-A0AD-7E166BB0BC0A}" type="presParOf" srcId="{6A4B6FEC-D719-4298-A5BB-2D4ADF8B038D}" destId="{8EF2974A-1CD7-41A7-A48A-6AFE1A198AAC}" srcOrd="17" destOrd="0" presId="urn:microsoft.com/office/officeart/2005/8/layout/default"/>
    <dgm:cxn modelId="{9F54F451-EF50-486C-8DA9-B7ACB1F6D2EC}" type="presParOf" srcId="{6A4B6FEC-D719-4298-A5BB-2D4ADF8B038D}" destId="{CBD02BC1-19CE-4D35-8D7A-3D4ED909B4A7}" srcOrd="18" destOrd="0" presId="urn:microsoft.com/office/officeart/2005/8/layout/default"/>
    <dgm:cxn modelId="{70FD4168-A9C1-4C5D-9FC1-86B1CD1D1EAE}" type="presParOf" srcId="{6A4B6FEC-D719-4298-A5BB-2D4ADF8B038D}" destId="{39E9E6B8-129C-4471-A297-0D6A442B6724}" srcOrd="19" destOrd="0" presId="urn:microsoft.com/office/officeart/2005/8/layout/default"/>
    <dgm:cxn modelId="{07D860D6-35EC-44BA-BBE8-09622715D5C3}" type="presParOf" srcId="{6A4B6FEC-D719-4298-A5BB-2D4ADF8B038D}" destId="{66F1E4A3-76DA-467B-9F6D-6457712C845C}" srcOrd="20" destOrd="0" presId="urn:microsoft.com/office/officeart/2005/8/layout/default"/>
    <dgm:cxn modelId="{73D5F765-6F32-43D4-B25B-6B138EB14347}" type="presParOf" srcId="{6A4B6FEC-D719-4298-A5BB-2D4ADF8B038D}" destId="{A86F25D5-5983-4E47-8887-C7CAB075256F}" srcOrd="21" destOrd="0" presId="urn:microsoft.com/office/officeart/2005/8/layout/default"/>
    <dgm:cxn modelId="{8672DEE8-32BB-4BA9-837B-1C5ED0F004F8}" type="presParOf" srcId="{6A4B6FEC-D719-4298-A5BB-2D4ADF8B038D}" destId="{46D9A2FC-ABF1-4EA8-952C-BF3C3866AC3A}" srcOrd="22" destOrd="0" presId="urn:microsoft.com/office/officeart/2005/8/layout/default"/>
    <dgm:cxn modelId="{932AD5C7-4967-4EC2-BB1F-8945467A7E74}" type="presParOf" srcId="{6A4B6FEC-D719-4298-A5BB-2D4ADF8B038D}" destId="{E36E66CF-E07E-48AB-9FEF-9931D303A43C}" srcOrd="23" destOrd="0" presId="urn:microsoft.com/office/officeart/2005/8/layout/default"/>
    <dgm:cxn modelId="{91904017-2524-42B8-BE13-3666E1339473}" type="presParOf" srcId="{6A4B6FEC-D719-4298-A5BB-2D4ADF8B038D}" destId="{4CFEAEFF-A275-47CB-97B6-5B9DAC61AF84}" srcOrd="24" destOrd="0" presId="urn:microsoft.com/office/officeart/2005/8/layout/default"/>
    <dgm:cxn modelId="{C0A733C0-741E-41A8-8C8F-FB5179716EB0}" type="presParOf" srcId="{6A4B6FEC-D719-4298-A5BB-2D4ADF8B038D}" destId="{9FBB699E-B22E-4A2E-AD63-A6D7E946A194}" srcOrd="25" destOrd="0" presId="urn:microsoft.com/office/officeart/2005/8/layout/default"/>
    <dgm:cxn modelId="{088D0FB7-23C6-4D52-95DC-C87C09AF994E}" type="presParOf" srcId="{6A4B6FEC-D719-4298-A5BB-2D4ADF8B038D}" destId="{674C1EF3-5390-4A51-9B15-41176157F80B}" srcOrd="26" destOrd="0" presId="urn:microsoft.com/office/officeart/2005/8/layout/default"/>
    <dgm:cxn modelId="{0551D51E-F64A-41DF-9576-A94F9C7DF3F7}" type="presParOf" srcId="{6A4B6FEC-D719-4298-A5BB-2D4ADF8B038D}" destId="{4923D0BD-BF43-4665-8D1B-DDA297E98835}" srcOrd="27" destOrd="0" presId="urn:microsoft.com/office/officeart/2005/8/layout/default"/>
    <dgm:cxn modelId="{A9823F55-C07A-4F29-89C0-44F5D8232594}" type="presParOf" srcId="{6A4B6FEC-D719-4298-A5BB-2D4ADF8B038D}" destId="{E87397C0-4D62-4E97-B3AB-50AC434F5792}" srcOrd="28" destOrd="0" presId="urn:microsoft.com/office/officeart/2005/8/layout/default"/>
    <dgm:cxn modelId="{4D0BAECD-2233-456A-B052-FB7204C0C0BE}" type="presParOf" srcId="{6A4B6FEC-D719-4298-A5BB-2D4ADF8B038D}" destId="{C0558909-A1C4-46B9-9102-01D8E79C17E6}" srcOrd="29" destOrd="0" presId="urn:microsoft.com/office/officeart/2005/8/layout/default"/>
    <dgm:cxn modelId="{448EAEA5-13D3-48AA-91D7-DE800DC16B3A}" type="presParOf" srcId="{6A4B6FEC-D719-4298-A5BB-2D4ADF8B038D}" destId="{2321868D-8711-41AB-923C-7A5C87422DF4}" srcOrd="30" destOrd="0" presId="urn:microsoft.com/office/officeart/2005/8/layout/default"/>
    <dgm:cxn modelId="{53636C23-5CEA-4AAC-B5BE-971DCAA3F598}" type="presParOf" srcId="{6A4B6FEC-D719-4298-A5BB-2D4ADF8B038D}" destId="{1CFBD35C-F59E-4E8D-977B-9F816F3D65F4}" srcOrd="31" destOrd="0" presId="urn:microsoft.com/office/officeart/2005/8/layout/default"/>
    <dgm:cxn modelId="{2AB28C1B-41B6-4430-B022-0E2B1362A16C}" type="presParOf" srcId="{6A4B6FEC-D719-4298-A5BB-2D4ADF8B038D}" destId="{EC1286A6-33CE-47A9-B725-000B207D870B}" srcOrd="32" destOrd="0" presId="urn:microsoft.com/office/officeart/2005/8/layout/default"/>
    <dgm:cxn modelId="{64B8A487-12ED-404D-B0D0-1977FA5C7C26}" type="presParOf" srcId="{6A4B6FEC-D719-4298-A5BB-2D4ADF8B038D}" destId="{D4D55D66-C2D1-40E9-AF8A-EFC0C9639DF5}" srcOrd="33" destOrd="0" presId="urn:microsoft.com/office/officeart/2005/8/layout/default"/>
    <dgm:cxn modelId="{397E7C3A-EC4A-428D-BD64-168F44390ED9}" type="presParOf" srcId="{6A4B6FEC-D719-4298-A5BB-2D4ADF8B038D}" destId="{091A7588-E71C-4932-82BA-2C9E91EB7455}" srcOrd="34" destOrd="0" presId="urn:microsoft.com/office/officeart/2005/8/layout/default"/>
    <dgm:cxn modelId="{D99012BB-7EEF-4A37-B2EA-A066F0075353}" type="presParOf" srcId="{6A4B6FEC-D719-4298-A5BB-2D4ADF8B038D}" destId="{95E8E644-9DE2-4701-A612-EF382258667A}" srcOrd="35" destOrd="0" presId="urn:microsoft.com/office/officeart/2005/8/layout/default"/>
    <dgm:cxn modelId="{7DECA4F2-F115-4D47-85DB-33F073975D18}" type="presParOf" srcId="{6A4B6FEC-D719-4298-A5BB-2D4ADF8B038D}" destId="{EFED68C6-F53F-4EB6-8893-E7FC2C15AD95}" srcOrd="36" destOrd="0" presId="urn:microsoft.com/office/officeart/2005/8/layout/default"/>
    <dgm:cxn modelId="{3E423789-7C7E-428F-ABC9-3042CBD4E4A1}" type="presParOf" srcId="{6A4B6FEC-D719-4298-A5BB-2D4ADF8B038D}" destId="{2E0D4216-2AF9-4110-92FD-7476C0FDFBD7}" srcOrd="37" destOrd="0" presId="urn:microsoft.com/office/officeart/2005/8/layout/default"/>
    <dgm:cxn modelId="{5E94EBAC-E7CE-4149-AEBD-B8B224A43B35}" type="presParOf" srcId="{6A4B6FEC-D719-4298-A5BB-2D4ADF8B038D}" destId="{19E36B14-00AB-48FC-AEF7-51090E65115A}" srcOrd="38" destOrd="0" presId="urn:microsoft.com/office/officeart/2005/8/layout/default"/>
    <dgm:cxn modelId="{70338908-5C87-41E2-9108-F2067F74D77D}" type="presParOf" srcId="{6A4B6FEC-D719-4298-A5BB-2D4ADF8B038D}" destId="{356FCDBE-CE28-4F2C-8A64-42027512ED61}" srcOrd="39" destOrd="0" presId="urn:microsoft.com/office/officeart/2005/8/layout/default"/>
    <dgm:cxn modelId="{4CAE75F7-895E-4A4F-A0D7-10F721D4D130}" type="presParOf" srcId="{6A4B6FEC-D719-4298-A5BB-2D4ADF8B038D}" destId="{DF107F42-C375-42BD-8F28-690ECA98FF35}" srcOrd="40" destOrd="0" presId="urn:microsoft.com/office/officeart/2005/8/layout/default"/>
    <dgm:cxn modelId="{1BC4C5A1-467B-4E86-BB5F-F63C3CB76AF3}" type="presParOf" srcId="{6A4B6FEC-D719-4298-A5BB-2D4ADF8B038D}" destId="{B3FAC94D-42C2-4DCE-99DA-C523E47CE15D}" srcOrd="41" destOrd="0" presId="urn:microsoft.com/office/officeart/2005/8/layout/default"/>
    <dgm:cxn modelId="{2E806B40-F0E2-4DAE-97F1-AB26A870BBA4}" type="presParOf" srcId="{6A4B6FEC-D719-4298-A5BB-2D4ADF8B038D}" destId="{436FC99E-B12F-4C39-9752-859F8015E0B4}" srcOrd="42" destOrd="0" presId="urn:microsoft.com/office/officeart/2005/8/layout/default"/>
    <dgm:cxn modelId="{ABE4A3FF-0CE3-466C-B423-5C01229E38A4}" type="presParOf" srcId="{6A4B6FEC-D719-4298-A5BB-2D4ADF8B038D}" destId="{EAFEE0AF-7E52-4836-8D0A-1B5EEC6FA1E5}" srcOrd="43" destOrd="0" presId="urn:microsoft.com/office/officeart/2005/8/layout/default"/>
    <dgm:cxn modelId="{AFCAB0B5-6A29-4F63-B1D6-D000771D5B03}" type="presParOf" srcId="{6A4B6FEC-D719-4298-A5BB-2D4ADF8B038D}" destId="{9F59116E-7CF9-4B9C-82ED-960EC7083DA4}" srcOrd="44" destOrd="0" presId="urn:microsoft.com/office/officeart/2005/8/layout/default"/>
    <dgm:cxn modelId="{B765DD2C-F931-41C0-B340-B05F34881F3A}" type="presParOf" srcId="{6A4B6FEC-D719-4298-A5BB-2D4ADF8B038D}" destId="{9B1D8C96-E6B4-4BE4-B48F-263F63238068}" srcOrd="45" destOrd="0" presId="urn:microsoft.com/office/officeart/2005/8/layout/default"/>
    <dgm:cxn modelId="{A667F718-B833-4E7C-B860-23D8E481BA09}" type="presParOf" srcId="{6A4B6FEC-D719-4298-A5BB-2D4ADF8B038D}" destId="{F0D79E25-F59B-4F3A-98D8-CA2CADC62F90}" srcOrd="4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1C9142-BDCC-40EA-A5B6-5D1E89C61222}">
      <dsp:nvSpPr>
        <dsp:cNvPr id="0" name=""/>
        <dsp:cNvSpPr/>
      </dsp:nvSpPr>
      <dsp:spPr>
        <a:xfrm>
          <a:off x="5326986" y="1570035"/>
          <a:ext cx="4576743" cy="4356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6864"/>
              </a:lnTo>
              <a:lnTo>
                <a:pt x="4576743" y="296864"/>
              </a:lnTo>
              <a:lnTo>
                <a:pt x="4576743" y="43562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8BA4CE-6AC5-47EE-8523-44C01EBCBDDC}">
      <dsp:nvSpPr>
        <dsp:cNvPr id="0" name=""/>
        <dsp:cNvSpPr/>
      </dsp:nvSpPr>
      <dsp:spPr>
        <a:xfrm>
          <a:off x="5326986" y="1570035"/>
          <a:ext cx="2746046" cy="4356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6864"/>
              </a:lnTo>
              <a:lnTo>
                <a:pt x="2746046" y="296864"/>
              </a:lnTo>
              <a:lnTo>
                <a:pt x="2746046" y="43562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C3FB9C-5056-40A9-A660-1984661C1275}">
      <dsp:nvSpPr>
        <dsp:cNvPr id="0" name=""/>
        <dsp:cNvSpPr/>
      </dsp:nvSpPr>
      <dsp:spPr>
        <a:xfrm>
          <a:off x="5326986" y="1570035"/>
          <a:ext cx="915348" cy="4356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6864"/>
              </a:lnTo>
              <a:lnTo>
                <a:pt x="915348" y="296864"/>
              </a:lnTo>
              <a:lnTo>
                <a:pt x="915348" y="43562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B80857-0229-4025-9844-1F582A58C74E}">
      <dsp:nvSpPr>
        <dsp:cNvPr id="0" name=""/>
        <dsp:cNvSpPr/>
      </dsp:nvSpPr>
      <dsp:spPr>
        <a:xfrm>
          <a:off x="4411637" y="1570035"/>
          <a:ext cx="915348" cy="435622"/>
        </a:xfrm>
        <a:custGeom>
          <a:avLst/>
          <a:gdLst/>
          <a:ahLst/>
          <a:cxnLst/>
          <a:rect l="0" t="0" r="0" b="0"/>
          <a:pathLst>
            <a:path>
              <a:moveTo>
                <a:pt x="915348" y="0"/>
              </a:moveTo>
              <a:lnTo>
                <a:pt x="915348" y="296864"/>
              </a:lnTo>
              <a:lnTo>
                <a:pt x="0" y="296864"/>
              </a:lnTo>
              <a:lnTo>
                <a:pt x="0" y="43562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BEEB5E-A68F-4A13-B251-D6AEF2AE2F54}">
      <dsp:nvSpPr>
        <dsp:cNvPr id="0" name=""/>
        <dsp:cNvSpPr/>
      </dsp:nvSpPr>
      <dsp:spPr>
        <a:xfrm>
          <a:off x="2580940" y="1570035"/>
          <a:ext cx="2746046" cy="435622"/>
        </a:xfrm>
        <a:custGeom>
          <a:avLst/>
          <a:gdLst/>
          <a:ahLst/>
          <a:cxnLst/>
          <a:rect l="0" t="0" r="0" b="0"/>
          <a:pathLst>
            <a:path>
              <a:moveTo>
                <a:pt x="2746046" y="0"/>
              </a:moveTo>
              <a:lnTo>
                <a:pt x="2746046" y="296864"/>
              </a:lnTo>
              <a:lnTo>
                <a:pt x="0" y="296864"/>
              </a:lnTo>
              <a:lnTo>
                <a:pt x="0" y="43562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6744B6-FA91-42A8-977D-BC100A3EF8BA}">
      <dsp:nvSpPr>
        <dsp:cNvPr id="0" name=""/>
        <dsp:cNvSpPr/>
      </dsp:nvSpPr>
      <dsp:spPr>
        <a:xfrm>
          <a:off x="750242" y="1570035"/>
          <a:ext cx="4576743" cy="435622"/>
        </a:xfrm>
        <a:custGeom>
          <a:avLst/>
          <a:gdLst/>
          <a:ahLst/>
          <a:cxnLst/>
          <a:rect l="0" t="0" r="0" b="0"/>
          <a:pathLst>
            <a:path>
              <a:moveTo>
                <a:pt x="4576743" y="0"/>
              </a:moveTo>
              <a:lnTo>
                <a:pt x="4576743" y="296864"/>
              </a:lnTo>
              <a:lnTo>
                <a:pt x="0" y="296864"/>
              </a:lnTo>
              <a:lnTo>
                <a:pt x="0" y="43562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95FA6D-E161-4D13-A312-3DB9081E7A21}">
      <dsp:nvSpPr>
        <dsp:cNvPr id="0" name=""/>
        <dsp:cNvSpPr/>
      </dsp:nvSpPr>
      <dsp:spPr>
        <a:xfrm>
          <a:off x="4578064" y="618904"/>
          <a:ext cx="1497843" cy="951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46036C-0C13-4316-AAB9-974C2F2039B3}">
      <dsp:nvSpPr>
        <dsp:cNvPr id="0" name=""/>
        <dsp:cNvSpPr/>
      </dsp:nvSpPr>
      <dsp:spPr>
        <a:xfrm>
          <a:off x="4744491" y="777010"/>
          <a:ext cx="1497843" cy="951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System Architectures Options:</a:t>
          </a:r>
          <a:endParaRPr lang="en-US" sz="1600" kern="1200"/>
        </a:p>
      </dsp:txBody>
      <dsp:txXfrm>
        <a:off x="4772349" y="804868"/>
        <a:ext cx="1442127" cy="895414"/>
      </dsp:txXfrm>
    </dsp:sp>
    <dsp:sp modelId="{EA36AD01-710B-4C96-AD61-979BCD457CA5}">
      <dsp:nvSpPr>
        <dsp:cNvPr id="0" name=""/>
        <dsp:cNvSpPr/>
      </dsp:nvSpPr>
      <dsp:spPr>
        <a:xfrm>
          <a:off x="1320" y="2005658"/>
          <a:ext cx="1497843" cy="951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086A55-069D-490A-9B45-6DAE34D842AF}">
      <dsp:nvSpPr>
        <dsp:cNvPr id="0" name=""/>
        <dsp:cNvSpPr/>
      </dsp:nvSpPr>
      <dsp:spPr>
        <a:xfrm>
          <a:off x="167747" y="2163763"/>
          <a:ext cx="1497843" cy="951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Layered (N-Tier) Architecture</a:t>
          </a:r>
        </a:p>
      </dsp:txBody>
      <dsp:txXfrm>
        <a:off x="195605" y="2191621"/>
        <a:ext cx="1442127" cy="895414"/>
      </dsp:txXfrm>
    </dsp:sp>
    <dsp:sp modelId="{BAEFD4E2-2D67-4D4C-A519-9E80988360BB}">
      <dsp:nvSpPr>
        <dsp:cNvPr id="0" name=""/>
        <dsp:cNvSpPr/>
      </dsp:nvSpPr>
      <dsp:spPr>
        <a:xfrm>
          <a:off x="1832018" y="2005658"/>
          <a:ext cx="1497843" cy="951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07573A-5ADD-4148-9EBC-5ECE2B968C2C}">
      <dsp:nvSpPr>
        <dsp:cNvPr id="0" name=""/>
        <dsp:cNvSpPr/>
      </dsp:nvSpPr>
      <dsp:spPr>
        <a:xfrm>
          <a:off x="1998445" y="2163763"/>
          <a:ext cx="1497843" cy="951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Microservices Architecture</a:t>
          </a:r>
        </a:p>
      </dsp:txBody>
      <dsp:txXfrm>
        <a:off x="2026303" y="2191621"/>
        <a:ext cx="1442127" cy="895414"/>
      </dsp:txXfrm>
    </dsp:sp>
    <dsp:sp modelId="{67482A91-7D0A-4B37-8C9A-892E50F9F88A}">
      <dsp:nvSpPr>
        <dsp:cNvPr id="0" name=""/>
        <dsp:cNvSpPr/>
      </dsp:nvSpPr>
      <dsp:spPr>
        <a:xfrm>
          <a:off x="3662715" y="2005658"/>
          <a:ext cx="1497843" cy="951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E8C25-1602-45E7-9ACE-7F35E969475F}">
      <dsp:nvSpPr>
        <dsp:cNvPr id="0" name=""/>
        <dsp:cNvSpPr/>
      </dsp:nvSpPr>
      <dsp:spPr>
        <a:xfrm>
          <a:off x="3829143" y="2163763"/>
          <a:ext cx="1497843" cy="951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Event-Driven Architecture</a:t>
          </a:r>
        </a:p>
      </dsp:txBody>
      <dsp:txXfrm>
        <a:off x="3857001" y="2191621"/>
        <a:ext cx="1442127" cy="895414"/>
      </dsp:txXfrm>
    </dsp:sp>
    <dsp:sp modelId="{5DD9A07E-E45C-4356-8388-5FC91367D28C}">
      <dsp:nvSpPr>
        <dsp:cNvPr id="0" name=""/>
        <dsp:cNvSpPr/>
      </dsp:nvSpPr>
      <dsp:spPr>
        <a:xfrm>
          <a:off x="5493413" y="2005658"/>
          <a:ext cx="1497843" cy="951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43F56B-4056-4BE4-8FE3-CBD8EBC5869F}">
      <dsp:nvSpPr>
        <dsp:cNvPr id="0" name=""/>
        <dsp:cNvSpPr/>
      </dsp:nvSpPr>
      <dsp:spPr>
        <a:xfrm>
          <a:off x="5659840" y="2163763"/>
          <a:ext cx="1497843" cy="951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CQRS + Event Sourcing Architecture</a:t>
          </a:r>
        </a:p>
      </dsp:txBody>
      <dsp:txXfrm>
        <a:off x="5687698" y="2191621"/>
        <a:ext cx="1442127" cy="895414"/>
      </dsp:txXfrm>
    </dsp:sp>
    <dsp:sp modelId="{A702CADB-412E-4BBC-AA6B-FC701074234B}">
      <dsp:nvSpPr>
        <dsp:cNvPr id="0" name=""/>
        <dsp:cNvSpPr/>
      </dsp:nvSpPr>
      <dsp:spPr>
        <a:xfrm>
          <a:off x="7324111" y="2005658"/>
          <a:ext cx="1497843" cy="951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E44A6D-0B31-4EB1-AB76-2661DA3217AD}">
      <dsp:nvSpPr>
        <dsp:cNvPr id="0" name=""/>
        <dsp:cNvSpPr/>
      </dsp:nvSpPr>
      <dsp:spPr>
        <a:xfrm>
          <a:off x="7490538" y="2163763"/>
          <a:ext cx="1497843" cy="951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Hybrid Architecture</a:t>
          </a:r>
          <a:endParaRPr lang="en-US" sz="1600" kern="1200"/>
        </a:p>
      </dsp:txBody>
      <dsp:txXfrm>
        <a:off x="7518396" y="2191621"/>
        <a:ext cx="1442127" cy="895414"/>
      </dsp:txXfrm>
    </dsp:sp>
    <dsp:sp modelId="{FD2B6836-26F4-4CD2-BAA1-7B8243477AA0}">
      <dsp:nvSpPr>
        <dsp:cNvPr id="0" name=""/>
        <dsp:cNvSpPr/>
      </dsp:nvSpPr>
      <dsp:spPr>
        <a:xfrm>
          <a:off x="9154808" y="2005658"/>
          <a:ext cx="1497843" cy="95113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C80D25-355D-4483-80FF-832211A255D3}">
      <dsp:nvSpPr>
        <dsp:cNvPr id="0" name=""/>
        <dsp:cNvSpPr/>
      </dsp:nvSpPr>
      <dsp:spPr>
        <a:xfrm>
          <a:off x="9321235" y="2163763"/>
          <a:ext cx="1497843" cy="9511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Serverless Architecture</a:t>
          </a:r>
        </a:p>
      </dsp:txBody>
      <dsp:txXfrm>
        <a:off x="9349093" y="2191621"/>
        <a:ext cx="1442127" cy="8954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81465A-C0E5-44FB-88F4-D93FB0E227F6}">
      <dsp:nvSpPr>
        <dsp:cNvPr id="0" name=""/>
        <dsp:cNvSpPr/>
      </dsp:nvSpPr>
      <dsp:spPr>
        <a:xfrm>
          <a:off x="1359" y="557508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Clean Architecture</a:t>
          </a:r>
        </a:p>
      </dsp:txBody>
      <dsp:txXfrm>
        <a:off x="1359" y="557508"/>
        <a:ext cx="1713104" cy="1027862"/>
      </dsp:txXfrm>
    </dsp:sp>
    <dsp:sp modelId="{1F92C2EE-4CD1-478E-92B5-9306549F744D}">
      <dsp:nvSpPr>
        <dsp:cNvPr id="0" name=""/>
        <dsp:cNvSpPr/>
      </dsp:nvSpPr>
      <dsp:spPr>
        <a:xfrm>
          <a:off x="1885774" y="557508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Repository-Like Data Access via EF Core DbContext</a:t>
          </a:r>
        </a:p>
      </dsp:txBody>
      <dsp:txXfrm>
        <a:off x="1885774" y="557508"/>
        <a:ext cx="1713104" cy="1027862"/>
      </dsp:txXfrm>
    </dsp:sp>
    <dsp:sp modelId="{C500CD87-0864-412F-8C44-5F197DEE5415}">
      <dsp:nvSpPr>
        <dsp:cNvPr id="0" name=""/>
        <dsp:cNvSpPr/>
      </dsp:nvSpPr>
      <dsp:spPr>
        <a:xfrm>
          <a:off x="3770189" y="557508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Dependency Injection</a:t>
          </a:r>
        </a:p>
      </dsp:txBody>
      <dsp:txXfrm>
        <a:off x="3770189" y="557508"/>
        <a:ext cx="1713104" cy="1027862"/>
      </dsp:txXfrm>
    </dsp:sp>
    <dsp:sp modelId="{424AD5B5-CF12-4257-8681-89108F8D2224}">
      <dsp:nvSpPr>
        <dsp:cNvPr id="0" name=""/>
        <dsp:cNvSpPr/>
      </dsp:nvSpPr>
      <dsp:spPr>
        <a:xfrm>
          <a:off x="5654604" y="557508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Interface-Based Abstraction</a:t>
          </a:r>
        </a:p>
      </dsp:txBody>
      <dsp:txXfrm>
        <a:off x="5654604" y="557508"/>
        <a:ext cx="1713104" cy="1027862"/>
      </dsp:txXfrm>
    </dsp:sp>
    <dsp:sp modelId="{A44EDE0D-4AE3-43A9-AF7D-F38D41C56881}">
      <dsp:nvSpPr>
        <dsp:cNvPr id="0" name=""/>
        <dsp:cNvSpPr/>
      </dsp:nvSpPr>
      <dsp:spPr>
        <a:xfrm>
          <a:off x="7539019" y="557508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DTO Pattern</a:t>
          </a:r>
        </a:p>
      </dsp:txBody>
      <dsp:txXfrm>
        <a:off x="7539019" y="557508"/>
        <a:ext cx="1713104" cy="1027862"/>
      </dsp:txXfrm>
    </dsp:sp>
    <dsp:sp modelId="{AA7612A1-A2BC-4552-8DB7-76616E46966D}">
      <dsp:nvSpPr>
        <dsp:cNvPr id="0" name=""/>
        <dsp:cNvSpPr/>
      </dsp:nvSpPr>
      <dsp:spPr>
        <a:xfrm>
          <a:off x="9423434" y="557508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Service Layer Pattern</a:t>
          </a:r>
        </a:p>
      </dsp:txBody>
      <dsp:txXfrm>
        <a:off x="9423434" y="557508"/>
        <a:ext cx="1713104" cy="1027862"/>
      </dsp:txXfrm>
    </dsp:sp>
    <dsp:sp modelId="{7D47D3B3-322C-406B-A3C2-E74D7EF23B4C}">
      <dsp:nvSpPr>
        <dsp:cNvPr id="0" name=""/>
        <dsp:cNvSpPr/>
      </dsp:nvSpPr>
      <dsp:spPr>
        <a:xfrm>
          <a:off x="1359" y="1756681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Unit of Work Pattern</a:t>
          </a:r>
        </a:p>
      </dsp:txBody>
      <dsp:txXfrm>
        <a:off x="1359" y="1756681"/>
        <a:ext cx="1713104" cy="1027862"/>
      </dsp:txXfrm>
    </dsp:sp>
    <dsp:sp modelId="{3D00657F-836F-4F54-B87E-BFFDE104ED3E}">
      <dsp:nvSpPr>
        <dsp:cNvPr id="0" name=""/>
        <dsp:cNvSpPr/>
      </dsp:nvSpPr>
      <dsp:spPr>
        <a:xfrm>
          <a:off x="1885774" y="1756681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Factory/Creation Method Style</a:t>
          </a:r>
        </a:p>
      </dsp:txBody>
      <dsp:txXfrm>
        <a:off x="1885774" y="1756681"/>
        <a:ext cx="1713104" cy="1027862"/>
      </dsp:txXfrm>
    </dsp:sp>
    <dsp:sp modelId="{1FF2B4AE-0291-4150-B0F9-509206755A91}">
      <dsp:nvSpPr>
        <dsp:cNvPr id="0" name=""/>
        <dsp:cNvSpPr/>
      </dsp:nvSpPr>
      <dsp:spPr>
        <a:xfrm>
          <a:off x="3770189" y="1756681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Encapsulation</a:t>
          </a:r>
        </a:p>
      </dsp:txBody>
      <dsp:txXfrm>
        <a:off x="3770189" y="1756681"/>
        <a:ext cx="1713104" cy="1027862"/>
      </dsp:txXfrm>
    </dsp:sp>
    <dsp:sp modelId="{CBD02BC1-19CE-4D35-8D7A-3D4ED909B4A7}">
      <dsp:nvSpPr>
        <dsp:cNvPr id="0" name=""/>
        <dsp:cNvSpPr/>
      </dsp:nvSpPr>
      <dsp:spPr>
        <a:xfrm>
          <a:off x="5654604" y="1756681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Strategy-Like Provider Selection</a:t>
          </a:r>
        </a:p>
      </dsp:txBody>
      <dsp:txXfrm>
        <a:off x="5654604" y="1756681"/>
        <a:ext cx="1713104" cy="1027862"/>
      </dsp:txXfrm>
    </dsp:sp>
    <dsp:sp modelId="{66F1E4A3-76DA-467B-9F6D-6457712C845C}">
      <dsp:nvSpPr>
        <dsp:cNvPr id="0" name=""/>
        <dsp:cNvSpPr/>
      </dsp:nvSpPr>
      <dsp:spPr>
        <a:xfrm>
          <a:off x="7539019" y="1756681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Adapter Pattern</a:t>
          </a:r>
        </a:p>
      </dsp:txBody>
      <dsp:txXfrm>
        <a:off x="7539019" y="1756681"/>
        <a:ext cx="1713104" cy="1027862"/>
      </dsp:txXfrm>
    </dsp:sp>
    <dsp:sp modelId="{46D9A2FC-ABF1-4EA8-952C-BF3C3866AC3A}">
      <dsp:nvSpPr>
        <dsp:cNvPr id="0" name=""/>
        <dsp:cNvSpPr/>
      </dsp:nvSpPr>
      <dsp:spPr>
        <a:xfrm>
          <a:off x="9423434" y="1756681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Validation Pattern</a:t>
          </a:r>
        </a:p>
      </dsp:txBody>
      <dsp:txXfrm>
        <a:off x="9423434" y="1756681"/>
        <a:ext cx="1713104" cy="1027862"/>
      </dsp:txXfrm>
    </dsp:sp>
    <dsp:sp modelId="{4CFEAEFF-A275-47CB-97B6-5B9DAC61AF84}">
      <dsp:nvSpPr>
        <dsp:cNvPr id="0" name=""/>
        <dsp:cNvSpPr/>
      </dsp:nvSpPr>
      <dsp:spPr>
        <a:xfrm>
          <a:off x="1359" y="2955854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Audit Trail Pattern</a:t>
          </a:r>
        </a:p>
      </dsp:txBody>
      <dsp:txXfrm>
        <a:off x="1359" y="2955854"/>
        <a:ext cx="1713104" cy="1027862"/>
      </dsp:txXfrm>
    </dsp:sp>
    <dsp:sp modelId="{674C1EF3-5390-4A51-9B15-41176157F80B}">
      <dsp:nvSpPr>
        <dsp:cNvPr id="0" name=""/>
        <dsp:cNvSpPr/>
      </dsp:nvSpPr>
      <dsp:spPr>
        <a:xfrm>
          <a:off x="1885774" y="2955854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CQRS-Lite</a:t>
          </a:r>
        </a:p>
      </dsp:txBody>
      <dsp:txXfrm>
        <a:off x="1885774" y="2955854"/>
        <a:ext cx="1713104" cy="1027862"/>
      </dsp:txXfrm>
    </dsp:sp>
    <dsp:sp modelId="{E87397C0-4D62-4E97-B3AB-50AC434F5792}">
      <dsp:nvSpPr>
        <dsp:cNvPr id="0" name=""/>
        <dsp:cNvSpPr/>
      </dsp:nvSpPr>
      <dsp:spPr>
        <a:xfrm>
          <a:off x="3770189" y="2955854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Dashboard/Read Model Aggregation</a:t>
          </a:r>
        </a:p>
      </dsp:txBody>
      <dsp:txXfrm>
        <a:off x="3770189" y="2955854"/>
        <a:ext cx="1713104" cy="1027862"/>
      </dsp:txXfrm>
    </dsp:sp>
    <dsp:sp modelId="{2321868D-8711-41AB-923C-7A5C87422DF4}">
      <dsp:nvSpPr>
        <dsp:cNvPr id="0" name=""/>
        <dsp:cNvSpPr/>
      </dsp:nvSpPr>
      <dsp:spPr>
        <a:xfrm>
          <a:off x="5654604" y="2955854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Idempotency/Duplicate Detection</a:t>
          </a:r>
        </a:p>
      </dsp:txBody>
      <dsp:txXfrm>
        <a:off x="5654604" y="2955854"/>
        <a:ext cx="1713104" cy="1027862"/>
      </dsp:txXfrm>
    </dsp:sp>
    <dsp:sp modelId="{EC1286A6-33CE-47A9-B725-000B207D870B}">
      <dsp:nvSpPr>
        <dsp:cNvPr id="0" name=""/>
        <dsp:cNvSpPr/>
      </dsp:nvSpPr>
      <dsp:spPr>
        <a:xfrm>
          <a:off x="7539019" y="2955854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Error Queue Pattern</a:t>
          </a:r>
        </a:p>
      </dsp:txBody>
      <dsp:txXfrm>
        <a:off x="7539019" y="2955854"/>
        <a:ext cx="1713104" cy="1027862"/>
      </dsp:txXfrm>
    </dsp:sp>
    <dsp:sp modelId="{091A7588-E71C-4932-82BA-2C9E91EB7455}">
      <dsp:nvSpPr>
        <dsp:cNvPr id="0" name=""/>
        <dsp:cNvSpPr/>
      </dsp:nvSpPr>
      <dsp:spPr>
        <a:xfrm>
          <a:off x="9423434" y="2955854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Configuration Pattern</a:t>
          </a:r>
        </a:p>
      </dsp:txBody>
      <dsp:txXfrm>
        <a:off x="9423434" y="2955854"/>
        <a:ext cx="1713104" cy="1027862"/>
      </dsp:txXfrm>
    </dsp:sp>
    <dsp:sp modelId="{EFED68C6-F53F-4EB6-8893-E7FC2C15AD95}">
      <dsp:nvSpPr>
        <dsp:cNvPr id="0" name=""/>
        <dsp:cNvSpPr/>
      </dsp:nvSpPr>
      <dsp:spPr>
        <a:xfrm>
          <a:off x="1359" y="4155027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Modular Monolith</a:t>
          </a:r>
        </a:p>
      </dsp:txBody>
      <dsp:txXfrm>
        <a:off x="1359" y="4155027"/>
        <a:ext cx="1713104" cy="1027862"/>
      </dsp:txXfrm>
    </dsp:sp>
    <dsp:sp modelId="{19E36B14-00AB-48FC-AEF7-51090E65115A}">
      <dsp:nvSpPr>
        <dsp:cNvPr id="0" name=""/>
        <dsp:cNvSpPr/>
      </dsp:nvSpPr>
      <dsp:spPr>
        <a:xfrm>
          <a:off x="1885774" y="4155027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API Controller Pattern</a:t>
          </a:r>
        </a:p>
      </dsp:txBody>
      <dsp:txXfrm>
        <a:off x="1885774" y="4155027"/>
        <a:ext cx="1713104" cy="1027862"/>
      </dsp:txXfrm>
    </dsp:sp>
    <dsp:sp modelId="{DF107F42-C375-42BD-8F28-690ECA98FF35}">
      <dsp:nvSpPr>
        <dsp:cNvPr id="0" name=""/>
        <dsp:cNvSpPr/>
      </dsp:nvSpPr>
      <dsp:spPr>
        <a:xfrm>
          <a:off x="3770189" y="4155027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Health Check Pattern</a:t>
          </a:r>
        </a:p>
      </dsp:txBody>
      <dsp:txXfrm>
        <a:off x="3770189" y="4155027"/>
        <a:ext cx="1713104" cy="1027862"/>
      </dsp:txXfrm>
    </dsp:sp>
    <dsp:sp modelId="{436FC99E-B12F-4C39-9752-859F8015E0B4}">
      <dsp:nvSpPr>
        <dsp:cNvPr id="0" name=""/>
        <dsp:cNvSpPr/>
      </dsp:nvSpPr>
      <dsp:spPr>
        <a:xfrm>
          <a:off x="5654604" y="4155027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Frontend Component Pattern</a:t>
          </a:r>
        </a:p>
      </dsp:txBody>
      <dsp:txXfrm>
        <a:off x="5654604" y="4155027"/>
        <a:ext cx="1713104" cy="1027862"/>
      </dsp:txXfrm>
    </dsp:sp>
    <dsp:sp modelId="{9F59116E-7CF9-4B9C-82ED-960EC7083DA4}">
      <dsp:nvSpPr>
        <dsp:cNvPr id="0" name=""/>
        <dsp:cNvSpPr/>
      </dsp:nvSpPr>
      <dsp:spPr>
        <a:xfrm>
          <a:off x="7539019" y="4155027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Frontend State and Effect Pattern</a:t>
          </a:r>
        </a:p>
      </dsp:txBody>
      <dsp:txXfrm>
        <a:off x="7539019" y="4155027"/>
        <a:ext cx="1713104" cy="1027862"/>
      </dsp:txXfrm>
    </dsp:sp>
    <dsp:sp modelId="{F0D79E25-F59B-4F3A-98D8-CA2CADC62F90}">
      <dsp:nvSpPr>
        <dsp:cNvPr id="0" name=""/>
        <dsp:cNvSpPr/>
      </dsp:nvSpPr>
      <dsp:spPr>
        <a:xfrm>
          <a:off x="9423434" y="4155027"/>
          <a:ext cx="1713104" cy="102786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Feature Toggle Readiness</a:t>
          </a:r>
        </a:p>
      </dsp:txBody>
      <dsp:txXfrm>
        <a:off x="9423434" y="4155027"/>
        <a:ext cx="1713104" cy="1027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B2AF-7CDE-636D-08E1-E6B1A29AC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94D8-50AD-3CE5-E80B-E932AF1EC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BC154-11D8-82BA-D149-76CCC850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F3CAD-BBBA-C072-B568-4C5B2527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DA1F6-5F22-CA62-C1F7-46E9E93FF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25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57019-4862-62B7-7678-F7FF9CFE4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DA600-EC29-8DB0-F6C2-A47F6F4E4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93A83-01A5-20B9-DC96-69CC3CA1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DD721-C3C9-5FD1-6DEB-7945BC1EC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172B4-F21F-3B92-7230-4704578AF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18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56E93-42B6-D31F-CE10-2D42CF8B7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808B8-C9D8-ACED-F985-78723D35F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36825-0F57-EF6E-79F2-178124BE4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5767A-12A8-D523-6219-2FCA4AC79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88C2B-431F-778D-D6AA-3F68B6AAE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73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680B6-E964-E94D-3454-799128C49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C6937-F970-2D01-2589-140F051522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C5D7E-AC9A-6DED-7152-A54C4D345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6C77F-991A-778D-1CF4-4FECF6AC3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7DFEC-249F-C617-2B7F-2F30F43F7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9531F-3BE2-448A-7295-716A1798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709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B7A1-C4CB-07E2-A77E-3EC12A6D5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1254B-6901-F2CA-F705-B5C064010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6D631-6841-4AED-1DDB-2DF8E4FBD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3EB1CA-C1BF-757B-5047-0BCA5CED7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5E747-F947-96C0-D553-D6F9F25E91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728643-5316-4A86-962E-46AB57249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25BF16-FC11-0BC8-C84B-3D339199A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EA9990-FE26-C8CD-7000-205BBB19B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72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423CF-BFD5-13C9-0B6C-D64F51CB7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D3016C-AAC3-39E2-A79B-DD345420C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D657BA-A91E-9BDE-D397-3D8D0A09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296B9-3E15-2AA0-988E-38756B227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7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4313C7-147E-AAB0-C2D2-6D489F545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CF2D9-C017-7D25-9E89-6BFC99A55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11B5B-9347-6D1D-6BF4-E8ACA7041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019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D52E1-FD68-D5C4-674A-0871EED3B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AC42D-25AE-3ED0-A3DA-CD16EF093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ABDD3-A10E-8AF5-D9C3-6526BBEAA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0DF26-6921-5DC0-D085-325959B6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2BB29-4B3E-AD40-5194-49B9C0653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2F6C9-1154-4C50-40BC-DC25A2C43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287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232AC-B397-E2B8-653F-D837CBA38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95D07E-3076-2591-7D28-3B7BA38A2A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86622-D431-F6B5-342F-0A3CC5C88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0D5D2-D2F2-8B13-46C4-995A5A88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1D177-EF1D-2C2F-9E3F-36DA3D4A5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86A97-E892-781F-0118-D3756CA2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425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589F-83A9-FD1F-EEE4-AB89420B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B4B2A4-C3E9-DB03-7CCA-7E13401BF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99ED6-242E-BEB8-6D1E-C2A83D52D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8C543-7AC0-A341-E9F8-2DA852A84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B9D8E-5A4C-A953-5705-676DF1B34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64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B3C46B-38E0-838F-30AD-DEFAF045D7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7B80F-DFAB-4CBF-D46E-B53F770B3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27537-50DD-BCB8-4FBA-23E5FC00E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70417-237A-199E-7E02-0098C21AF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9A623-14A2-74DE-3BC2-F2D52B781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588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16F4F2-8FAB-807A-CEDB-3C0A0ECCF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F6D44-586F-07EB-DE5F-A8311795F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7AD6B-0380-0E94-AC72-D072F5A8EE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D8F7C-6755-0DC6-E955-5D2FF6A23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FE66D-0981-CA9A-5A33-134392E68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81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5840" y="1508760"/>
            <a:ext cx="10149840" cy="123444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Aptos"/>
              </a:rPr>
              <a:t>Corporate </a:t>
            </a:r>
            <a:r>
              <a:rPr lang="en-US" sz="3000" b="1" dirty="0">
                <a:solidFill>
                  <a:srgbClr val="FFFFFF"/>
                </a:solidFill>
                <a:latin typeface="Aptos"/>
              </a:rPr>
              <a:t>Learning Management </a:t>
            </a:r>
            <a:r>
              <a:rPr sz="3000" b="1" dirty="0">
                <a:solidFill>
                  <a:srgbClr val="FFFFFF"/>
                </a:solidFill>
                <a:latin typeface="Aptos"/>
              </a:rPr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209599"/>
            <a:ext cx="4572000" cy="390876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pPr algn="ctr"/>
            <a:r>
              <a:rPr lang="en-US" sz="2000" b="1" dirty="0">
                <a:solidFill>
                  <a:srgbClr val="2563EB"/>
                </a:solidFill>
                <a:latin typeface="Aptos"/>
              </a:rPr>
              <a:t>Team 2 - Propeller – Apr-2026</a:t>
            </a:r>
            <a:endParaRPr sz="2000" b="1" dirty="0">
              <a:solidFill>
                <a:srgbClr val="2563EB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828800" y="4445000"/>
            <a:ext cx="1998980" cy="73964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>
                <a:solidFill>
                  <a:srgbClr val="0F172A"/>
                </a:solidFill>
                <a:latin typeface="Aptos"/>
              </a:rPr>
              <a:t>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4445000"/>
            <a:ext cx="1998980" cy="73964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>
                <a:solidFill>
                  <a:srgbClr val="0F172A"/>
                </a:solidFill>
                <a:latin typeface="Aptos"/>
              </a:rPr>
              <a:t>Detect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445000"/>
            <a:ext cx="1998980" cy="73964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>
                <a:solidFill>
                  <a:srgbClr val="0F172A"/>
                </a:solidFill>
                <a:latin typeface="Aptos"/>
              </a:rPr>
              <a:t>Intervene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4445000"/>
            <a:ext cx="1998980" cy="73964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b="1">
                <a:solidFill>
                  <a:srgbClr val="0F172A"/>
                </a:solidFill>
                <a:latin typeface="Aptos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5486400" cy="3586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Learning data is fragmented across LMS platforms, assessment tools, spreadsheets, and trainer notes.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At-risk learners are often identified late, making interventions reactive rather than proactive.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Managers, trainers, L&amp;D admins, and compliance officers lack one trusted view of learning progress and evidence.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700">
                <a:solidFill>
                  <a:srgbClr val="0F172A"/>
                </a:solidFill>
                <a:latin typeface="Aptos"/>
              </a:defRPr>
            </a:pPr>
            <a:r>
              <a:rPr dirty="0"/>
              <a:t>Manual reconciliation creates delays, quality issues, and audit-readiness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417320"/>
            <a:ext cx="2011680" cy="105156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Current State
Fragmented data
Manual follow-up
Delayed risk visibility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732520" y="1938528"/>
            <a:ext cx="64008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372600" y="1417320"/>
            <a:ext cx="2057400" cy="105156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Business Impact
Missed competency deadlines
Weak intervention evidence
Compliance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3063240"/>
            <a:ext cx="4709160" cy="50292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Core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703320"/>
            <a:ext cx="4407408" cy="1143000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Aptos"/>
              </a:rPr>
              <a:t>Create a focused tracking system that consolidates learning progress, flags risk early, supports intervention workflows, and produces compliance-ready evidence without replacing the LMS.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Expected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577840" cy="4119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Single learner profile combining attendance, assessments, competencies, risk status, and interventions.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Configurable risk rules for proactive detection of learners who may miss mandatory learning outcomes.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Intervention tracking for remedial training, coaching, mentoring, notes, ownership, and outcomes.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Compliance dashboards and reports with auditable evidence and export-ready information.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API, Excel, and UI-form ingestion paths for practical enterprise data onboarding.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325880"/>
            <a:ext cx="2057400" cy="493776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Ingest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662672" y="1819656"/>
            <a:ext cx="0" cy="265175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629400" y="2130552"/>
            <a:ext cx="2057400" cy="493776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Normalize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62672" y="2624328"/>
            <a:ext cx="0" cy="265175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629400" y="2935224"/>
            <a:ext cx="2057400" cy="493776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Assess Risk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62672" y="3429000"/>
            <a:ext cx="0" cy="265176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629400" y="3739896"/>
            <a:ext cx="2057400" cy="493776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Intervene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62672" y="4233672"/>
            <a:ext cx="0" cy="265176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629400" y="4544568"/>
            <a:ext cx="2057400" cy="493776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331720"/>
            <a:ext cx="2011680" cy="132588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Trusted Learning Progress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Features in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909824"/>
              </p:ext>
            </p:extLst>
          </p:nvPr>
        </p:nvGraphicFramePr>
        <p:xfrm>
          <a:off x="658368" y="1325880"/>
          <a:ext cx="10927080" cy="4434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913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3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35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00"/>
                        <a:t>Module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00" dirty="0"/>
                        <a:t>In-Scope Capabilities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Learner Profile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Identity, program summary, attendance, assessment, competency status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 dirty="0"/>
                        <a:t>Data Ingestion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REST APIs, Excel upload, UI forms, import batches, row errors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Competency Tracking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 dirty="0"/>
                        <a:t>Milestones, due dates, completion, overdue visibility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Risk &amp; Interventions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Risk rules, classification, notes, outcomes, history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Dashboards &amp; Reports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Compliance readiness, operational metrics, report requests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55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 dirty="0"/>
                        <a:t>Admin &amp; Audit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 dirty="0"/>
                        <a:t>Users, roles, configurations, data sources, audit logs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897880"/>
            <a:ext cx="10424160" cy="320040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Aptos"/>
              </a:rPr>
              <a:t>Out of scope: course content authoring, e-learning player, payment marketplace, full HR lifecycle management, and fully automated regulatory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User Restrictions and Rights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251930"/>
              </p:ext>
            </p:extLst>
          </p:nvPr>
        </p:nvGraphicFramePr>
        <p:xfrm>
          <a:off x="502920" y="1234440"/>
          <a:ext cx="11201400" cy="4892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52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7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86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00" dirty="0"/>
                        <a:t>Role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00"/>
                        <a:t>Allowed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00" dirty="0"/>
                        <a:t>Restricted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Employee Learner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View own profile, status, next actions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Cannot edit official records or view others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Trainer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View assigned learners, create interventions, add notes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Cannot manage integrations or global permissions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Manager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View team progress and risk summary, add follow-up notes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Cannot edit assessment or attendance records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L&amp;D Admin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Manage risk rules, data quality, interventions, reports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Cannot bypass audit logging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Compliance Officer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View evidence, dashboards, reports, exports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Cannot alter source learning records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886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System Admin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Manage users, roles, integrations, jobs, settings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 dirty="0"/>
                        <a:t>Should not change business outcomes directly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C1D2585-9C1F-2CC5-97C9-361375FF0D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3365241"/>
              </p:ext>
            </p:extLst>
          </p:nvPr>
        </p:nvGraphicFramePr>
        <p:xfrm>
          <a:off x="685800" y="678542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9866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2400" b="1" dirty="0">
                <a:solidFill>
                  <a:srgbClr val="172554"/>
                </a:solidFill>
                <a:latin typeface="Aptos"/>
              </a:rPr>
              <a:t>High Level Architecture Diagram: Hybrid Enterprise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057400" cy="9144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Users
Learner | Trainer | Manager
L&amp;D Admin | Compliance | SysAdmin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325880"/>
            <a:ext cx="1828800" cy="6858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React / Angular
Web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9240" y="1325880"/>
            <a:ext cx="2148840" cy="6858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ASP.NET Core API
Controllers + Auth +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2423160"/>
            <a:ext cx="2148840" cy="6858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Application Layer
Services | DTOs | Use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3520440"/>
            <a:ext cx="2148840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Domain Layer
Rules | Entities | Policies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4617720"/>
            <a:ext cx="2148840" cy="6858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Infrastructure Layer
EF Core | Repositories | Integrations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74519"/>
            <a:ext cx="1920240" cy="6858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PostgreSQL / SQL Server
Transactional Store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880360"/>
            <a:ext cx="1920240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Redis Cache
Fast dashboard reads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886200"/>
            <a:ext cx="1920240" cy="6858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Blob/Object Storage
Reports + imports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023360"/>
            <a:ext cx="201168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External LMS / HRIS
Assessment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0" y="2834640"/>
            <a:ext cx="1463040" cy="105156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Background Workers
Import | Risk | Reports | Notifications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60320" y="1783080"/>
            <a:ext cx="41148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00600" y="1783080"/>
            <a:ext cx="54864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19088" y="2011680"/>
            <a:ext cx="0" cy="41148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19088" y="3108960"/>
            <a:ext cx="0" cy="41148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19088" y="4206240"/>
            <a:ext cx="0" cy="41148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98079" y="1847088"/>
            <a:ext cx="731521" cy="36576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98079" y="2743200"/>
            <a:ext cx="731521" cy="475488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498079" y="4251960"/>
            <a:ext cx="731521" cy="704088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697480" y="4434840"/>
            <a:ext cx="2651760" cy="521208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149840" y="3218688"/>
            <a:ext cx="13716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5879592"/>
            <a:ext cx="10789920" cy="320040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Aptos"/>
              </a:rPr>
              <a:t>Hybrid enterprise approach: modular monolith POC with clear boundaries, managed data services, containerized API/workers, and integration-ready interfaces.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869680" cy="452432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2400" b="1" dirty="0">
                <a:solidFill>
                  <a:srgbClr val="172554"/>
                </a:solidFill>
                <a:latin typeface="Aptos"/>
              </a:rPr>
              <a:t>Tech Stack Diagram: .NET Enterprise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1207008"/>
            <a:ext cx="1600200" cy="4572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207008"/>
            <a:ext cx="8549640" cy="4572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React / Angular + TypeScript + Vite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65376"/>
            <a:ext cx="1600200" cy="4572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1865376"/>
            <a:ext cx="8549640" cy="4572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ASP.NET Core Web API (.NET 8), OpenAPI, Controllers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23744"/>
            <a:ext cx="1600200" cy="4572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Business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2523744"/>
            <a:ext cx="8549640" cy="4572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Application Services, DTOs, Validation, Risk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82112"/>
            <a:ext cx="1600200" cy="4572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3182112"/>
            <a:ext cx="8549640" cy="4572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EF Core + PostgreSQL / SQL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40480"/>
            <a:ext cx="1600200" cy="4572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840480"/>
            <a:ext cx="8549640" cy="4572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Redis cache for dashboard and lookup acceleration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498848"/>
            <a:ext cx="1600200" cy="4572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4498848"/>
            <a:ext cx="8549640" cy="4572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Docker containers for API, frontend, and workers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157216"/>
            <a:ext cx="1600200" cy="45720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Platform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5157216"/>
            <a:ext cx="8549640" cy="45720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Azure Container Apps, Key Vault, Monitor, Entra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869680" cy="452432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2400" b="1" dirty="0">
                <a:solidFill>
                  <a:srgbClr val="172554"/>
                </a:solidFill>
                <a:latin typeface="Aptos"/>
              </a:rPr>
              <a:t>Reasons for Choosing :</a:t>
            </a:r>
            <a:r>
              <a:rPr lang="en-US" sz="2400" b="1" dirty="0">
                <a:solidFill>
                  <a:srgbClr val="172554"/>
                </a:solidFill>
                <a:latin typeface="Aptos"/>
              </a:rPr>
              <a:t> </a:t>
            </a:r>
            <a:r>
              <a:rPr sz="2400" b="1" dirty="0">
                <a:solidFill>
                  <a:srgbClr val="172554"/>
                </a:solidFill>
                <a:latin typeface="Aptos"/>
              </a:rPr>
              <a:t> .NET Enterprise 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375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Strong fit for enterprise compliance, RBAC, audit logging, background jobs, and integration-heavy workflows.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ASP.NET Core provides mature API performance, dependency injection, health checks, </a:t>
            </a:r>
            <a:r>
              <a:rPr dirty="0" err="1"/>
              <a:t>OpenAPI</a:t>
            </a:r>
            <a:r>
              <a:rPr dirty="0"/>
              <a:t> support, and security integration.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EF Core supports both PostgreSQL and SQL Server, keeping database choice flexible for enterprise environments.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React/Angular frontends support rich role-based dashboards and modular learner workflows.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Redis and Docker enable scalable read paths, portable environments, and clean deployment packaging.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Works naturally with Azure managed services such as Entra ID, Key Vault, Container Apps, Monitor, and managed databases.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lang="en-US" dirty="0"/>
              <a:t>Short </a:t>
            </a:r>
            <a:r>
              <a:rPr lang="en-US" dirty="0" err="1"/>
              <a:t>timelimes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lang="en-US" dirty="0"/>
              <a:t>Larger available Work force is ready with skills of </a:t>
            </a:r>
            <a:r>
              <a:rPr lang="en-US" dirty="0" err="1"/>
              <a:t>.Net</a:t>
            </a:r>
            <a:r>
              <a:rPr lang="en-US" dirty="0"/>
              <a:t> Enterprise tech stack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Orchestration Diagram for Application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1143000" cy="65836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User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45920" y="2295144"/>
            <a:ext cx="27432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920240" y="1965960"/>
            <a:ext cx="1143000" cy="65836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Frontend
React/Angular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2295144"/>
            <a:ext cx="27432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37560" y="1965960"/>
            <a:ext cx="1143000" cy="658368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ASP.NET Core API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80560" y="2295144"/>
            <a:ext cx="27432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54880" y="1965960"/>
            <a:ext cx="1143000" cy="65836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Application Services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97880" y="2295144"/>
            <a:ext cx="27432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72200" y="1965960"/>
            <a:ext cx="1143000" cy="65836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Domain Rules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0" y="2295144"/>
            <a:ext cx="27432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89520" y="1965960"/>
            <a:ext cx="1143000" cy="65836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Database / Cache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32520" y="2295144"/>
            <a:ext cx="27432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06840" y="1965960"/>
            <a:ext cx="1143000" cy="65836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Workers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49840" y="2295144"/>
            <a:ext cx="27432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424160" y="1965960"/>
            <a:ext cx="1143000" cy="65836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Reports / 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10515600" cy="1790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500">
                <a:solidFill>
                  <a:srgbClr val="0F172A"/>
                </a:solidFill>
                <a:latin typeface="Aptos"/>
              </a:defRPr>
            </a:pPr>
            <a:r>
              <a:rPr dirty="0"/>
              <a:t>Dashboard flow: user selects learner, API loads profile, application aggregates attendance, assessment, risk, competency, and intervention data.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500">
                <a:solidFill>
                  <a:srgbClr val="0F172A"/>
                </a:solidFill>
                <a:latin typeface="Aptos"/>
              </a:defRPr>
            </a:pPr>
            <a:r>
              <a:rPr dirty="0"/>
              <a:t>Ingestion flow: API, Excel, and UI forms validate rows, create import batches, persist valid records, and log errors or reconciliation issues.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500">
                <a:solidFill>
                  <a:srgbClr val="0F172A"/>
                </a:solidFill>
                <a:latin typeface="Aptos"/>
              </a:defRPr>
            </a:pPr>
            <a:r>
              <a:rPr dirty="0"/>
              <a:t>Async flow: workers recalculate risk, create notifications, process reports, and write audit history.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869680" cy="821763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2400" b="1" dirty="0">
                <a:solidFill>
                  <a:srgbClr val="172554"/>
                </a:solidFill>
                <a:latin typeface="Aptos"/>
              </a:rPr>
              <a:t>Reasons to Choose Deployment Strategy: </a:t>
            </a:r>
            <a:endParaRPr lang="en-US" sz="2400" b="1" dirty="0">
              <a:solidFill>
                <a:srgbClr val="172554"/>
              </a:solidFill>
              <a:latin typeface="Aptos"/>
            </a:endParaRPr>
          </a:p>
          <a:p>
            <a:r>
              <a:rPr sz="2400" b="1" dirty="0">
                <a:solidFill>
                  <a:srgbClr val="172554"/>
                </a:solidFill>
                <a:latin typeface="Aptos"/>
              </a:rPr>
              <a:t>DEPLOY-AZURE-CONTAINER-APPS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347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Runs API, ingestion worker, risk evaluation worker, report worker, and notification worker as containers.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Supports autoscaling for variable workloads such as Excel imports and report generation.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Integrates with Azure Database for PostgreSQL, Azure Cache for Redis, Blob Storage, Key Vault, Entra ID, and Azure Monitor.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Supports managed identity and secrets without hardcoding credentials.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Lower operational overhead than AKS while still supporting production-grade deployment.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Best fit for enterprise POC to early production where managed services are preferred.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Deployment Strategy Diagram: Azure Container Apps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554480" cy="64008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Developers
Git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417320"/>
            <a:ext cx="1828800" cy="64008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CI/CD Pipeline
Build | Test | Scan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1417320"/>
            <a:ext cx="1828800" cy="6400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Container Registry
Versioned Images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325880"/>
            <a:ext cx="1920240" cy="82296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Azure Container Apps
API + Workers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417320"/>
            <a:ext cx="1325880" cy="64008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Users
HTTPS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1737360"/>
            <a:ext cx="54864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1737360"/>
            <a:ext cx="59436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95160" y="1737360"/>
            <a:ext cx="54864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64040" y="1737360"/>
            <a:ext cx="59436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28800" y="3246120"/>
            <a:ext cx="1554480" cy="786384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Azure Database
PostgreSQL / SQL Server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606040" y="2148840"/>
            <a:ext cx="5852160" cy="109728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60520" y="3246120"/>
            <a:ext cx="1554480" cy="786384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Azure Cache
for Redis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937759" y="2148840"/>
            <a:ext cx="3520441" cy="109728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72200" y="3246120"/>
            <a:ext cx="1554480" cy="786384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Blob Storage
Imports + Reports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949440" y="2148840"/>
            <a:ext cx="1508760" cy="109728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83879" y="3246120"/>
            <a:ext cx="1554480" cy="786384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Key Vault
Secrets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58200" y="2148840"/>
            <a:ext cx="502919" cy="109728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966960" y="3246120"/>
            <a:ext cx="1554480" cy="786384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Azure Monitor
Logs + Metrics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58200" y="2148840"/>
            <a:ext cx="2286000" cy="109728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Deployment model: containerized services with managed identity, secrets, observability, autoscaling, and managed data services.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extBox 1">
            <a:extLst>
              <a:ext uri="{FF2B5EF4-FFF2-40B4-BE49-F238E27FC236}">
                <a16:creationId xmlns:a16="http://schemas.microsoft.com/office/drawing/2014/main" id="{400BCC57-A929-0E80-A1BE-880AD4C8BC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3433868"/>
              </p:ext>
            </p:extLst>
          </p:nvPr>
        </p:nvGraphicFramePr>
        <p:xfrm>
          <a:off x="800100" y="546100"/>
          <a:ext cx="11137899" cy="5740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E6DAC6A-293C-D696-E489-C40C97C1A679}"/>
              </a:ext>
            </a:extLst>
          </p:cNvPr>
          <p:cNvSpPr txBox="1"/>
          <p:nvPr/>
        </p:nvSpPr>
        <p:spPr>
          <a:xfrm>
            <a:off x="965201" y="176769"/>
            <a:ext cx="7531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Design Patterns used:</a:t>
            </a:r>
          </a:p>
        </p:txBody>
      </p:sp>
    </p:spTree>
    <p:extLst>
      <p:ext uri="{BB962C8B-B14F-4D97-AF65-F5344CB8AC3E}">
        <p14:creationId xmlns:p14="http://schemas.microsoft.com/office/powerpoint/2010/main" val="1039541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Known Issues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458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POC implementation covers core flows but does not yet represent a fully hardened production system.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Risk rules and intervention workflows are partially implemented and need richer UI, validation, and workflow controls.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Compliance report generation is tracked but final evidence export templates need completion.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Authentication and authorization are documented conceptually; production identity integration must be finalized.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Excel ingestion supports key record types but needs stronger template governance, preview, and row-level correction UI.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Operational hardening such as full CI/CD, automated regression tests, security scans, and monitoring dashboards remains future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Future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298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Complete risk rule builder, explainability UI, recalculation jobs, and trend analytics.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Add full intervention lifecycle management with assignment, SLA reminders, escalations, and closure evidence.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Build compliance report templates with scheduled generation, approval flow, and export evidence package.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Integrate enterprise identity via Microsoft Entra ID and enforce RBAC plus attribute-based learner access.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Expand automated tests across unit, API, integration, UI, E2E, performance, and security checks.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Add observability dashboards for ingestion quality, risk recalculation, report jobs, and user 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4 Team Members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19" y="1417320"/>
            <a:ext cx="2113807" cy="50292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/>
              </a:rPr>
              <a:t>Gaurav Ashtankar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8" y="2416411"/>
            <a:ext cx="2113808" cy="50292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/>
              </a:rPr>
              <a:t>Hemant Joshi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74136"/>
            <a:ext cx="2113808" cy="50292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/>
              </a:rPr>
              <a:t>Inas Souza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8" y="4251960"/>
            <a:ext cx="2113808" cy="50292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/>
              </a:rPr>
              <a:t>Harinarayan Dwivedi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Solution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705181"/>
              </p:ext>
            </p:extLst>
          </p:nvPr>
        </p:nvGraphicFramePr>
        <p:xfrm>
          <a:off x="685800" y="1234440"/>
          <a:ext cx="10835640" cy="4800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10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5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00"/>
                        <a:t>Area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400" dirty="0"/>
                        <a:t>Overview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Purpose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Focused system for learning progress, risk, intervention, and compliance tracking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Users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Learners, trainers, managers, L&amp;D admins, compliance officers, system admins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 dirty="0"/>
                        <a:t>Core Data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Employees, programs, attendance, assessments, competencies, risks, interventions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Main Channels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Web portal, REST APIs, Excel upload, UI ingestion forms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Architecture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Hybrid enterprise modular monolith with clean layers and managed services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/>
                        <a:t>Deployment</a:t>
                      </a:r>
                    </a:p>
                  </a:txBody>
                  <a:tcPr marL="54864" marR="54864" marT="36576" marB="36576"/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  <a:latin typeface="Aptos"/>
                        </a:defRPr>
                      </a:pPr>
                      <a:r>
                        <a:rPr sz="1400" dirty="0" err="1"/>
                        <a:t>Dockerized</a:t>
                      </a:r>
                      <a:r>
                        <a:rPr sz="1400" dirty="0"/>
                        <a:t> API/workers on Azure Container Apps with managed database, Redis, storage, and monitoring</a:t>
                      </a:r>
                    </a:p>
                  </a:txBody>
                  <a:tcPr marL="54864" marR="54864" marT="36576" marB="36576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Solution Overview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2057400" cy="86868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Data Sources
LMS | HRIS | Assessment Tools |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600200"/>
            <a:ext cx="1874519" cy="86868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Ingestion Layer
API | Excel | UI 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417320"/>
            <a:ext cx="2057400" cy="1234440"/>
          </a:xfrm>
          <a:prstGeom prst="roundRect">
            <a:avLst/>
          </a:prstGeom>
          <a:solidFill>
            <a:srgbClr val="172554"/>
          </a:solidFill>
          <a:ln w="15240"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Learning Intelligence
Profiles | Rules | Risk | Interventions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600200"/>
            <a:ext cx="2057400" cy="86868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Evidence Layer
Dashboards | Reports | Audit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039112"/>
            <a:ext cx="59436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12080" y="2039112"/>
            <a:ext cx="59436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63840" y="2039112"/>
            <a:ext cx="594360" cy="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3840480"/>
            <a:ext cx="1920240" cy="7315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Role-Based Portal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840480"/>
            <a:ext cx="1920240" cy="7315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Managed Data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840480"/>
            <a:ext cx="1920240" cy="7315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Async Workers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788920" y="2651760"/>
            <a:ext cx="4050792" cy="118872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623560" y="2651760"/>
            <a:ext cx="1216152" cy="118872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6839712" y="2651760"/>
            <a:ext cx="1618488" cy="1188720"/>
          </a:xfrm>
          <a:prstGeom prst="line">
            <a:avLst/>
          </a:prstGeom>
          <a:ln w="2032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1560" y="5623560"/>
            <a:ext cx="10241280" cy="411480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ptos"/>
              </a:rPr>
              <a:t>Outcome: a single operational and compliance view that turns fragmented learning records into timely intervention and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8869680" cy="38404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2400" b="1">
                <a:solidFill>
                  <a:srgbClr val="172554"/>
                </a:solidFill>
                <a:latin typeface="Aptos"/>
              </a:rP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064240" cy="1828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607040" cy="347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Move from POC to production with full identity integration, tenant/department scoping, and hardened RBAC.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Introduce advanced analytics for learning risk prediction, cohort trends, and intervention effectiveness.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Add workflow approvals for compliance exceptions and intervention closure.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Support integrations with enterprise LMS, HRIS, assessment platforms, and notification channels.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Scale reporting to scheduled compliance packs, audit exports, and evidence retention policies.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  <a:defRPr sz="1600">
                <a:solidFill>
                  <a:srgbClr val="0F172A"/>
                </a:solidFill>
                <a:latin typeface="Aptos"/>
              </a:defRPr>
            </a:pPr>
            <a:r>
              <a:rPr dirty="0"/>
              <a:t>Consider event-driven processing or microservices only when volume, team scale, or integration complexity justifies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4572000" cy="201168"/>
          </a:xfrm>
          <a:prstGeom prst="rect">
            <a:avLst/>
          </a:prstGeom>
          <a:noFill/>
        </p:spPr>
        <p:txBody>
          <a:bodyPr wrap="square" lIns="73152" tIns="36576" rIns="73152" anchor="t">
            <a:spAutoFit/>
          </a:bodyPr>
          <a:lstStyle/>
          <a:p>
            <a:r>
              <a:rPr sz="800" b="0">
                <a:solidFill>
                  <a:srgbClr val="4B5563"/>
                </a:solidFill>
                <a:latin typeface="Aptos"/>
              </a:rPr>
              <a:t>Corporate Learning Progress Tracking System | Slide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1766</Words>
  <Application>Microsoft Office PowerPoint</Application>
  <PresentationFormat>Widescreen</PresentationFormat>
  <Paragraphs>233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Inas Souza</cp:lastModifiedBy>
  <cp:revision>6</cp:revision>
  <dcterms:created xsi:type="dcterms:W3CDTF">2013-01-27T09:14:16Z</dcterms:created>
  <dcterms:modified xsi:type="dcterms:W3CDTF">2026-04-27T13:31:06Z</dcterms:modified>
  <cp:category/>
</cp:coreProperties>
</file>