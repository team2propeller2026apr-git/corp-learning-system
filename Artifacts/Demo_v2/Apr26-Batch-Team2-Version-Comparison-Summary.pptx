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4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T2-TrainYourSelf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</a:defRPr>
            </a:pPr>
            <a:r>
              <a:t>Version Comparison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FDBFE"/>
                </a:solidFill>
              </a:defRPr>
            </a:pPr>
            <a:r>
              <a:t>V1 (.NET Scaffold)  →  V2 (Python/FastAPI Full POC)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</a:defRPr>
            </a:pPr>
            <a:r>
              <a:rPr lang="en-US" dirty="0"/>
              <a:t>April</a:t>
            </a:r>
            <a:r>
              <a:rPr dirty="0"/>
              <a:t> 2026</a:t>
            </a:r>
            <a:r>
              <a:rPr lang="en-US" dirty="0"/>
              <a:t> Batch</a:t>
            </a:r>
            <a:r>
              <a:rPr dirty="0"/>
              <a:t>  •  Propeller </a:t>
            </a:r>
            <a:r>
              <a:rPr dirty="0" err="1"/>
              <a:t>Technothon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2. V1 — What Existed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155680" cy="2511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Had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Details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Extensive documentation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Product brief, 12 FRs, use cases, 6-role permission matrix, 7 ACs, RTM, 5 dashboard designs, 4 report designs, 8+ architecture diagrams, test plan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Data ingestion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JSON + Excel upload for employees, attendance, assessments, milestones; data source management; error/reconciliation tracking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Learner profile 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Consolidated profile with attendance, assessments, competencies, risk history, intervention history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Clean Architecture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5-project .NET structure (Domain / Application / Infrastructure / Api / Workers)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Docker setup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4-container compose (PostgreSQL + SQL Server + Redis + API)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Seed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13 learners via EF Core database migrator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3. V1 — What Was Missing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51560"/>
          <a:ext cx="11155680" cy="38221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Gap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DC2626"/>
                          </a:solidFill>
                        </a:defRPr>
                      </a:pPr>
                      <a:r>
                        <a:t>MISSING — Authentication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No login, no JWT, no password hashing — anyone accesses everything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DC2626"/>
                          </a:solidFill>
                        </a:defRPr>
                      </a:pPr>
                      <a:r>
                        <a:t>MISSING — RBAC enforcement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6 roles documented but zero enforcement in code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DC2626"/>
                          </a:solidFill>
                        </a:defRPr>
                      </a:pPr>
                      <a:r>
                        <a:t>MISSING — AI/ML risk engine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No ML model, no feature engineering, no prediction — core differentiator absent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DC2626"/>
                          </a:solidFill>
                        </a:defRPr>
                      </a:pPr>
                      <a:r>
                        <a:t>MISSING — Configurable risk rules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Rules designed in docs but no CRUD API or admin UI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DC2626"/>
                          </a:solidFill>
                        </a:defRPr>
                      </a:pPr>
                      <a:r>
                        <a:t>MISSING — Intervention CRUD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Display only — cannot create, update, or track outcomes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DC2626"/>
                          </a:solidFill>
                        </a:defRPr>
                      </a:pPr>
                      <a:r>
                        <a:t>MISSING — Dashboards &amp; reports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5 dashboards + 4 reports designed but none built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DC2626"/>
                          </a:solidFill>
                        </a:defRPr>
                      </a:pPr>
                      <a:r>
                        <a:t>MISSING — Audit trail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Entity defined, no logging happens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DC2626"/>
                          </a:solidFill>
                        </a:defRPr>
                      </a:pPr>
                      <a:r>
                        <a:t>MISSING — CI/CD pipeline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No GitHub Actions or any automation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D97706"/>
                          </a:solidFill>
                        </a:defRPr>
                      </a:pPr>
                      <a:r>
                        <a:t>WEAK — Tests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Only 1 unit test; test plan exists on paper only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8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D97706"/>
                          </a:solidFill>
                        </a:defRPr>
                      </a:pPr>
                      <a:r>
                        <a:t>WEAK — Demo readiness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Could only show ingestion + profile — not risk, interventions, or reports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760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563EB"/>
                </a:solidFill>
              </a:defRPr>
            </a:pPr>
            <a:r>
              <a:t>Core issue: V1 was heavy on documentation but light on implementation. The POC couldn't demonstrate risk identification, intervention tracking, or compliance reporting.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rPr dirty="0"/>
              <a:t>4. Reviewer Feedback Gaps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15568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Likely Reviewer Comment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Criteria Affected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No authentication in a compliance system — critical gap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POC: Working prototype (4 marks)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Risk engine (core feature) is not operational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POC: Prototype + Innovation (7 marks)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Cannot demonstrate intervention workflow end-to-end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POC demo (2 marks)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1 test is insufficient — test plan is aspirational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Test cases: 4 sub-criteria (8 marks)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No CI/CD pipeline defined or implemented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Architecture: CI/CD strategy (2 marks)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Setup requires PostgreSQL + SQL Server + Redis — over-complex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POC: Deployment instructions (3 marks)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Documentation exceeds implementation — design vs delivery gap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Multiple areas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120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7706"/>
                </a:solidFill>
              </a:defRPr>
            </a:pPr>
            <a:r>
              <a:t>Estimated marks at risk in V1:  ~18-22 out of 60 marks were vulnerable due to implementation gaps.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5. V2 — What We Added &amp; Solved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1155680" cy="4169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What V2 Delivers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Problem Solved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59669"/>
                          </a:solidFill>
                        </a:defRPr>
                      </a:pPr>
                      <a:r>
                        <a:t>JWT Authentication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OAuth2 password flow, bcrypt hashing, token-based sessions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Compliance system now enforces access control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59669"/>
                          </a:solidFill>
                        </a:defRPr>
                      </a:pPr>
                      <a:r>
                        <a:t>5-Role RBAC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Admin, Trainer, Manager, Compliance, Learner — 12 perms at API layer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Documented roles are now operational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59669"/>
                          </a:solidFill>
                        </a:defRPr>
                      </a:pPr>
                      <a:r>
                        <a:t>AI Risk Engine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Decision Tree ML + 7-rule weighted engine with blending logic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Early risk detection — the core value proposition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59669"/>
                          </a:solidFill>
                        </a:defRPr>
                      </a:pPr>
                      <a:r>
                        <a:t>Configurable Rules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7 rules with admin-editable thresholds and weights via UI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L&amp;D admins can tune risk identification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59669"/>
                          </a:solidFill>
                        </a:defRPr>
                      </a:pPr>
                      <a:r>
                        <a:t>Intervention Lifecycle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6 types, CRUD, status workflow, outcomes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Full intervention tracking end-to-end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59669"/>
                          </a:solidFill>
                        </a:defRPr>
                      </a:pPr>
                      <a:r>
                        <a:t>Effectiveness Report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Before/after risk comparison per intervention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Measures whether interventions actually work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59669"/>
                          </a:solidFill>
                        </a:defRPr>
                      </a:pPr>
                      <a:r>
                        <a:t>4 Working Dashboards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Risk distribution, competency, compliance, effectiveness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Operational visibility for all stakeholder roles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59669"/>
                          </a:solidFill>
                        </a:defRPr>
                      </a:pPr>
                      <a:r>
                        <a:t>Audit Trail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Every action logged with viewer UI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Compliance-ready evidence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59669"/>
                          </a:solidFill>
                        </a:defRPr>
                      </a:pPr>
                      <a:r>
                        <a:t>37 Automated Tests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Positive flows + negative/edge + RBAC tests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Proves the system works as claimed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59669"/>
                          </a:solidFill>
                        </a:defRPr>
                      </a:pPr>
                      <a:r>
                        <a:t>CI/CD Pipeline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GitHub Actions: pytest → TS build → Docker health check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Production-readiness demonstrated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59669"/>
                          </a:solidFill>
                        </a:defRPr>
                      </a:pPr>
                      <a:r>
                        <a:t>Simplified Deployment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pip install + uvicorn or docker compose up (2 containers)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Evaluator can run in 30 seconds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6. Delta — Feature-by-Feature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1155680" cy="5907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V1 (Old)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V2 (New)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Authentication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DC2626"/>
                          </a:solidFill>
                        </a:defRPr>
                      </a:pPr>
                      <a:r>
                        <a:t>Not implemented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59669"/>
                          </a:solidFill>
                        </a:defRPr>
                      </a:pPr>
                      <a:r>
                        <a:t>JWT + bcrypt + OAuth2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RBAC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DC2626"/>
                          </a:solidFill>
                        </a:defRPr>
                      </a:pPr>
                      <a:r>
                        <a:t>Documented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59669"/>
                          </a:solidFill>
                        </a:defRPr>
                      </a:pPr>
                      <a:r>
                        <a:t>5 roles, 12 perms, API-enforced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Risk Rules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DC2626"/>
                          </a:solidFill>
                        </a:defRPr>
                      </a:pPr>
                      <a:r>
                        <a:t>In docs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59669"/>
                          </a:solidFill>
                        </a:defRPr>
                      </a:pPr>
                      <a:r>
                        <a:t>7 rules, weighted, admin-editable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AI/ML Model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DC2626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59669"/>
                          </a:solidFill>
                        </a:defRPr>
                      </a:pPr>
                      <a:r>
                        <a:t>Decision Tree + auto-train + retrain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Risk Explainability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DC2626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59669"/>
                          </a:solidFill>
                        </a:defRPr>
                      </a:pPr>
                      <a:r>
                        <a:t>Triggered rules, reasons, confidence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Interventions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D97706"/>
                          </a:solidFill>
                        </a:defRPr>
                      </a:pPr>
                      <a:r>
                        <a:t>Display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59669"/>
                          </a:solidFill>
                        </a:defRPr>
                      </a:pPr>
                      <a:r>
                        <a:t>Full CRUD, 6 types, outcomes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Effectiveness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DC2626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59669"/>
                          </a:solidFill>
                        </a:defRPr>
                      </a:pPr>
                      <a:r>
                        <a:t>Before/after risk comparison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Dashboards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DC2626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59669"/>
                          </a:solidFill>
                        </a:defRPr>
                      </a:pPr>
                      <a:r>
                        <a:t>4 working views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Compliance Report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DC2626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59669"/>
                          </a:solidFill>
                        </a:defRPr>
                      </a:pPr>
                      <a:r>
                        <a:t>Per-learner status report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Audit Trail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DC2626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59669"/>
                          </a:solidFill>
                        </a:defRPr>
                      </a:pPr>
                      <a:r>
                        <a:t>Full action logging + viewer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Tests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D97706"/>
                          </a:solidFill>
                        </a:defRPr>
                      </a:pPr>
                      <a:r>
                        <a:t>1 test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59669"/>
                          </a:solidFill>
                        </a:defRPr>
                      </a:pPr>
                      <a:r>
                        <a:t>37 tests (3 categories)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CI/CD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DC2626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59669"/>
                          </a:solidFill>
                        </a:defRPr>
                      </a:pPr>
                      <a:r>
                        <a:t>3-stage GitHub Actions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Docker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D97706"/>
                          </a:solidFill>
                        </a:defRPr>
                      </a:pPr>
                      <a:r>
                        <a:t>4 containers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59669"/>
                          </a:solidFill>
                        </a:defRPr>
                      </a:pPr>
                      <a:r>
                        <a:t>2 containers (simplified)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Data Ingestion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JSON + Excel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59669"/>
                          </a:solidFill>
                        </a:defRPr>
                      </a:pPr>
                      <a:r>
                        <a:t>JSON + CSV + UI Forms + Bulk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Learner Profiles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Working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59669"/>
                          </a:solidFill>
                        </a:defRPr>
                      </a:pPr>
                      <a:r>
                        <a:t>Working + role-aware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API Endpoints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~15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59669"/>
                          </a:solidFill>
                        </a:defRPr>
                      </a:pPr>
                      <a:r>
                        <a:t>28 (+13)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7. Score Impact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280160"/>
          <a:ext cx="758952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Evaluation Category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Max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V1 Est.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V2 Est.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Gain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Problem Statement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9.5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+0.5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Use Case Documentation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8.5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9.5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+1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Test Case Documentation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5.5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59669"/>
                          </a:solidFill>
                        </a:defRPr>
                      </a:pPr>
                      <a:r>
                        <a:t>+4.5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High Level Architecture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59669"/>
                          </a:solidFill>
                        </a:defRPr>
                      </a:pPr>
                      <a:r>
                        <a:t>+3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POC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10.5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59669"/>
                          </a:solidFill>
                        </a:defRPr>
                      </a:pPr>
                      <a:r>
                        <a:t>+9.5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Presentation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59669"/>
                          </a:solidFill>
                        </a:defRPr>
                      </a:pPr>
                      <a:r>
                        <a:t>+3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~42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~58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</a:defRPr>
                      </a:pPr>
                      <a:r>
                        <a:t>+16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371600" y="5029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59669"/>
                </a:solidFill>
              </a:defRPr>
            </a:pPr>
            <a:r>
              <a:t>Biggest gains:  POC (+9.5),  Test Cases (+4.5),  Architecture/CI-CD (+3),  Presentation (+3)</a:t>
            </a:r>
            <a:br/>
            <a:r>
              <a:t>— all areas where V1 had implementation gaps.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8. Key Achievements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298448"/>
            <a:ext cx="164592" cy="16459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1887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E293B"/>
                </a:solidFill>
              </a:rPr>
              <a:t>100% problem statement coverage  —  </a:t>
            </a:r>
            <a:r>
              <a:rPr sz="1500" b="0">
                <a:solidFill>
                  <a:srgbClr val="64748B"/>
                </a:solidFill>
              </a:rPr>
              <a:t>every must-have feature is implemented and demonstrable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892808"/>
            <a:ext cx="164592" cy="16459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E293B"/>
                </a:solidFill>
              </a:rPr>
              <a:t>AI differentiator  —  </a:t>
            </a:r>
            <a:r>
              <a:rPr sz="1500" b="0">
                <a:solidFill>
                  <a:srgbClr val="64748B"/>
                </a:solidFill>
              </a:rPr>
              <a:t>two-layer risk engine (rules + ML) exceeds the problem statement requirements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487168"/>
            <a:ext cx="164592" cy="16459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E293B"/>
                </a:solidFill>
              </a:rPr>
              <a:t>Security by default  —  </a:t>
            </a:r>
            <a:r>
              <a:rPr sz="1500" b="0">
                <a:solidFill>
                  <a:srgbClr val="64748B"/>
                </a:solidFill>
              </a:rPr>
              <a:t>JWT + RBAC makes the compliance system actually compliant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081528"/>
            <a:ext cx="164592" cy="16459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9718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E293B"/>
                </a:solidFill>
              </a:rPr>
              <a:t>37x test improvement  —  </a:t>
            </a:r>
            <a:r>
              <a:rPr sz="1500" b="0">
                <a:solidFill>
                  <a:srgbClr val="64748B"/>
                </a:solidFill>
              </a:rPr>
              <a:t>from 1 test to 37, covering positive, negative, and RBAC scenarios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675888"/>
            <a:ext cx="164592" cy="16459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5661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E293B"/>
                </a:solidFill>
              </a:rPr>
              <a:t>Zero-setup demo  —  </a:t>
            </a:r>
            <a:r>
              <a:rPr sz="1500" b="0">
                <a:solidFill>
                  <a:srgbClr val="64748B"/>
                </a:solidFill>
              </a:rPr>
              <a:t>evaluator runs one command, gets a seeded working system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270248"/>
            <a:ext cx="164592" cy="16459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1605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E293B"/>
                </a:solidFill>
              </a:rPr>
              <a:t>CI/CD maturity  —  </a:t>
            </a:r>
            <a:r>
              <a:rPr sz="1500" b="0">
                <a:solidFill>
                  <a:srgbClr val="64748B"/>
                </a:solidFill>
              </a:rPr>
              <a:t>3-stage pipeline shows production thinking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864608"/>
            <a:ext cx="164592" cy="16459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47548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E293B"/>
                </a:solidFill>
              </a:rPr>
              <a:t>Complete documentation suite  —  </a:t>
            </a:r>
            <a:r>
              <a:rPr sz="1500" b="0">
                <a:solidFill>
                  <a:srgbClr val="64748B"/>
                </a:solidFill>
              </a:rPr>
              <a:t>HTML docs, future plan, runbook, code review, templates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5458968"/>
            <a:ext cx="164592" cy="16459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53492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E293B"/>
                </a:solidFill>
              </a:rPr>
              <a:t>Clear production pathway  —  </a:t>
            </a:r>
            <a:r>
              <a:rPr sz="1500" b="0">
                <a:solidFill>
                  <a:srgbClr val="64748B"/>
                </a:solidFill>
              </a:rPr>
              <a:t>SQLite→PostgreSQL, Decision Tree→XGBoost, monolith→microservices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723014"/>
            <a:ext cx="12191695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9. Bottom 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705" y="2368934"/>
            <a:ext cx="4572000" cy="22860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9025" y="2551814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C2626"/>
                </a:solidFill>
              </a:defRPr>
            </a:pPr>
            <a:r>
              <a:t>V1 (Old Project)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9025" y="3100454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E293B"/>
                </a:solidFill>
              </a:defRPr>
            </a:pPr>
            <a:r>
              <a:t>Well-documented .NET scaffold where</a:t>
            </a:r>
            <a:br/>
            <a:r>
              <a:t>documentation exceeded implementation.</a:t>
            </a:r>
            <a:br/>
            <a:br/>
            <a:r>
              <a:t>Core features (risk, interventions, auth,</a:t>
            </a:r>
            <a:br/>
            <a:r>
              <a:t>reports) were designed but not built.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8145" y="3009014"/>
            <a:ext cx="1005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563EB"/>
                </a:solidFill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425" y="2368934"/>
            <a:ext cx="4572000" cy="22860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745" y="2551814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59669"/>
                </a:solidFill>
              </a:defRPr>
            </a:pPr>
            <a:r>
              <a:t>V2 (New Project)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745" y="3100454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E293B"/>
                </a:solidFill>
              </a:defRPr>
            </a:pPr>
            <a:r>
              <a:t>Fully functional, AI-powered, security-</a:t>
            </a:r>
            <a:br/>
            <a:r>
              <a:t>enforced, test-covered POC that delivers</a:t>
            </a:r>
            <a:br/>
            <a:r>
              <a:t>on every promise the documentation makes.</a:t>
            </a:r>
            <a:br/>
            <a:br/>
            <a:r>
              <a:t>Every evaluation criteria gap addressed.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964</TotalTime>
  <Words>1126</Words>
  <Application>Microsoft Macintosh PowerPoint</Application>
  <PresentationFormat>Widescreen</PresentationFormat>
  <Paragraphs>215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Hemant Joshi</cp:lastModifiedBy>
  <cp:revision>3</cp:revision>
  <dcterms:created xsi:type="dcterms:W3CDTF">2013-01-27T09:14:16Z</dcterms:created>
  <dcterms:modified xsi:type="dcterms:W3CDTF">2026-06-19T06:11:08Z</dcterms:modified>
  <cp:category/>
</cp:coreProperties>
</file>